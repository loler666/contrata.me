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3"/>
  </p:sldMasterIdLst>
  <p:notesMasterIdLst>
    <p:notesMasterId r:id="rId4"/>
  </p:notesMasterIdLst>
  <p:sldIdLst>
    <p:sldId id="256" r:id="rId5"/>
    <p:sldId id="257" r:id="rId6"/>
    <p:sldId id="258" r:id="rId7"/>
  </p:sldIdLst>
  <p:sldSz cy="6858000" cx="12192000"/>
  <p:notesSz cx="6858000" cy="9144000"/>
  <p:embeddedFontLst>
    <p:embeddedFont>
      <p:font typeface="Century Gothic"/>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CenturyGothic-boldItalic.fntdata"/><Relationship Id="rId10" Type="http://schemas.openxmlformats.org/officeDocument/2006/relationships/font" Target="fonts/CenturyGothic-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CenturyGothic-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font" Target="fonts/CenturyGothic-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2" name="Shape 12"/>
        <p:cNvGrpSpPr/>
        <p:nvPr/>
      </p:nvGrpSpPr>
      <p:grpSpPr>
        <a:xfrm>
          <a:off x="0" y="0"/>
          <a:ext cx="0" cy="0"/>
          <a:chOff x="0" y="0"/>
          <a:chExt cx="0" cy="0"/>
        </a:xfrm>
      </p:grpSpPr>
      <p:pic>
        <p:nvPicPr>
          <p:cNvPr descr="C0-HD-BTM.png" id="13" name="Google Shape;13;p2"/>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4" name="Google Shape;14;p2"/>
          <p:cNvSpPr txBox="1"/>
          <p:nvPr>
            <p:ph type="ctrTitle"/>
          </p:nvPr>
        </p:nvSpPr>
        <p:spPr>
          <a:xfrm>
            <a:off x="1371600" y="1803405"/>
            <a:ext cx="9448800" cy="1825096"/>
          </a:xfrm>
          <a:prstGeom prst="rect">
            <a:avLst/>
          </a:prstGeom>
          <a:noFill/>
          <a:ln>
            <a:noFill/>
          </a:ln>
        </p:spPr>
        <p:txBody>
          <a:bodyPr anchorCtr="0" anchor="b" bIns="91425" lIns="91425" spcFirstLastPara="1" rIns="91425" wrap="square" tIns="91425">
            <a:noAutofit/>
          </a:bodyPr>
          <a:lstStyle>
            <a:lvl1pPr indent="0" lvl="0" marL="0" marR="0" rtl="0" algn="l">
              <a:lnSpc>
                <a:spcPct val="90000"/>
              </a:lnSpc>
              <a:spcBef>
                <a:spcPts val="0"/>
              </a:spcBef>
              <a:spcAft>
                <a:spcPts val="0"/>
              </a:spcAft>
              <a:buClr>
                <a:schemeClr val="lt1"/>
              </a:buClr>
              <a:buSzPts val="1400"/>
              <a:buFont typeface="Century Gothic"/>
              <a:buNone/>
              <a:defRPr b="0" i="0" sz="6000" u="none" cap="none" strike="noStrike">
                <a:solidFill>
                  <a:schemeClr val="lt1"/>
                </a:solidFill>
                <a:latin typeface="Century Gothic"/>
                <a:ea typeface="Century Gothic"/>
                <a:cs typeface="Century Gothic"/>
                <a:sym typeface="Century Gothic"/>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5" name="Google Shape;15;p2"/>
          <p:cNvSpPr txBox="1"/>
          <p:nvPr>
            <p:ph idx="1" type="subTitle"/>
          </p:nvPr>
        </p:nvSpPr>
        <p:spPr>
          <a:xfrm>
            <a:off x="1371600" y="3632201"/>
            <a:ext cx="9448800" cy="685800"/>
          </a:xfrm>
          <a:prstGeom prst="rect">
            <a:avLst/>
          </a:prstGeom>
          <a:noFill/>
          <a:ln>
            <a:noFill/>
          </a:ln>
        </p:spPr>
        <p:txBody>
          <a:bodyPr anchorCtr="0" anchor="t" bIns="91425" lIns="91425" spcFirstLastPara="1" rIns="91425" wrap="square" tIns="91425">
            <a:noAutofit/>
          </a:bodyPr>
          <a:lstStyle>
            <a:lvl1pPr indent="0" lvl="0" marL="0" marR="0" rtl="0" algn="l">
              <a:lnSpc>
                <a:spcPct val="90000"/>
              </a:lnSpc>
              <a:spcBef>
                <a:spcPts val="1000"/>
              </a:spcBef>
              <a:spcAft>
                <a:spcPts val="0"/>
              </a:spcAft>
              <a:buClr>
                <a:schemeClr val="lt1"/>
              </a:buClr>
              <a:buSzPts val="2200"/>
              <a:buFont typeface="Arial"/>
              <a:buNone/>
              <a:defRPr b="0" i="0" sz="2000" u="none" cap="none" strike="noStrike">
                <a:solidFill>
                  <a:schemeClr val="lt1"/>
                </a:solidFill>
                <a:latin typeface="Century Gothic"/>
                <a:ea typeface="Century Gothic"/>
                <a:cs typeface="Century Gothic"/>
                <a:sym typeface="Century Gothic"/>
              </a:defRPr>
            </a:lvl1pPr>
            <a:lvl2pPr indent="0" lvl="1" marL="457200" marR="0" rtl="0" algn="ctr">
              <a:lnSpc>
                <a:spcPct val="90000"/>
              </a:lnSpc>
              <a:spcBef>
                <a:spcPts val="500"/>
              </a:spcBef>
              <a:spcAft>
                <a:spcPts val="0"/>
              </a:spcAft>
              <a:buClr>
                <a:schemeClr val="lt1"/>
              </a:buClr>
              <a:buSzPts val="2000"/>
              <a:buFont typeface="Arial"/>
              <a:buNone/>
              <a:defRPr b="0" i="0" sz="2000" u="none" cap="none" strike="noStrike">
                <a:solidFill>
                  <a:schemeClr val="lt1"/>
                </a:solidFill>
                <a:latin typeface="Century Gothic"/>
                <a:ea typeface="Century Gothic"/>
                <a:cs typeface="Century Gothic"/>
                <a:sym typeface="Century Gothic"/>
              </a:defRPr>
            </a:lvl2pPr>
            <a:lvl3pPr indent="0" lvl="2" marL="914400" marR="0" rtl="0" algn="ctr">
              <a:lnSpc>
                <a:spcPct val="90000"/>
              </a:lnSpc>
              <a:spcBef>
                <a:spcPts val="500"/>
              </a:spcBef>
              <a:spcAft>
                <a:spcPts val="0"/>
              </a:spcAft>
              <a:buClr>
                <a:schemeClr val="lt1"/>
              </a:buClr>
              <a:buSzPts val="1800"/>
              <a:buFont typeface="Arial"/>
              <a:buNone/>
              <a:defRPr b="0" i="0" sz="1800" u="none" cap="none" strike="noStrike">
                <a:solidFill>
                  <a:schemeClr val="lt1"/>
                </a:solidFill>
                <a:latin typeface="Century Gothic"/>
                <a:ea typeface="Century Gothic"/>
                <a:cs typeface="Century Gothic"/>
                <a:sym typeface="Century Gothic"/>
              </a:defRPr>
            </a:lvl3pPr>
            <a:lvl4pPr indent="0" lvl="3" marL="1371600" marR="0" rtl="0" algn="ctr">
              <a:lnSpc>
                <a:spcPct val="90000"/>
              </a:lnSpc>
              <a:spcBef>
                <a:spcPts val="500"/>
              </a:spcBef>
              <a:spcAft>
                <a:spcPts val="0"/>
              </a:spcAft>
              <a:buClr>
                <a:schemeClr val="lt1"/>
              </a:buClr>
              <a:buSzPts val="1600"/>
              <a:buFont typeface="Arial"/>
              <a:buNone/>
              <a:defRPr b="0" i="0" sz="1600" u="none" cap="none" strike="noStrike">
                <a:solidFill>
                  <a:schemeClr val="lt1"/>
                </a:solidFill>
                <a:latin typeface="Century Gothic"/>
                <a:ea typeface="Century Gothic"/>
                <a:cs typeface="Century Gothic"/>
                <a:sym typeface="Century Gothic"/>
              </a:defRPr>
            </a:lvl4pPr>
            <a:lvl5pPr indent="0" lvl="4" marL="1828800" marR="0" rtl="0" algn="ctr">
              <a:lnSpc>
                <a:spcPct val="90000"/>
              </a:lnSpc>
              <a:spcBef>
                <a:spcPts val="500"/>
              </a:spcBef>
              <a:spcAft>
                <a:spcPts val="0"/>
              </a:spcAft>
              <a:buClr>
                <a:schemeClr val="lt1"/>
              </a:buClr>
              <a:buSzPts val="1600"/>
              <a:buFont typeface="Arial"/>
              <a:buNone/>
              <a:defRPr b="0" i="0" sz="1600" u="none" cap="none" strike="noStrike">
                <a:solidFill>
                  <a:schemeClr val="lt1"/>
                </a:solidFill>
                <a:latin typeface="Century Gothic"/>
                <a:ea typeface="Century Gothic"/>
                <a:cs typeface="Century Gothic"/>
                <a:sym typeface="Century Gothic"/>
              </a:defRPr>
            </a:lvl5pPr>
            <a:lvl6pPr indent="0" lvl="5" marL="2286000" marR="0" rtl="0" algn="ctr">
              <a:lnSpc>
                <a:spcPct val="90000"/>
              </a:lnSpc>
              <a:spcBef>
                <a:spcPts val="500"/>
              </a:spcBef>
              <a:spcAft>
                <a:spcPts val="0"/>
              </a:spcAft>
              <a:buClr>
                <a:schemeClr val="lt1"/>
              </a:buClr>
              <a:buSzPts val="1600"/>
              <a:buFont typeface="Arial"/>
              <a:buNone/>
              <a:defRPr b="0" i="0" sz="1600" u="none" cap="none" strike="noStrike">
                <a:solidFill>
                  <a:schemeClr val="lt1"/>
                </a:solidFill>
                <a:latin typeface="Century Gothic"/>
                <a:ea typeface="Century Gothic"/>
                <a:cs typeface="Century Gothic"/>
                <a:sym typeface="Century Gothic"/>
              </a:defRPr>
            </a:lvl6pPr>
            <a:lvl7pPr indent="0" lvl="6" marL="2743200" marR="0" rtl="0" algn="ctr">
              <a:lnSpc>
                <a:spcPct val="90000"/>
              </a:lnSpc>
              <a:spcBef>
                <a:spcPts val="500"/>
              </a:spcBef>
              <a:spcAft>
                <a:spcPts val="0"/>
              </a:spcAft>
              <a:buClr>
                <a:schemeClr val="lt1"/>
              </a:buClr>
              <a:buSzPts val="1600"/>
              <a:buFont typeface="Arial"/>
              <a:buNone/>
              <a:defRPr b="0" i="0" sz="1600" u="none" cap="none" strike="noStrike">
                <a:solidFill>
                  <a:schemeClr val="lt1"/>
                </a:solidFill>
                <a:latin typeface="Century Gothic"/>
                <a:ea typeface="Century Gothic"/>
                <a:cs typeface="Century Gothic"/>
                <a:sym typeface="Century Gothic"/>
              </a:defRPr>
            </a:lvl7pPr>
            <a:lvl8pPr indent="0" lvl="7" marL="3200400" marR="0" rtl="0" algn="ctr">
              <a:lnSpc>
                <a:spcPct val="90000"/>
              </a:lnSpc>
              <a:spcBef>
                <a:spcPts val="500"/>
              </a:spcBef>
              <a:spcAft>
                <a:spcPts val="0"/>
              </a:spcAft>
              <a:buClr>
                <a:schemeClr val="lt1"/>
              </a:buClr>
              <a:buSzPts val="1600"/>
              <a:buFont typeface="Arial"/>
              <a:buNone/>
              <a:defRPr b="0" i="0" sz="1600" u="none" cap="none" strike="noStrike">
                <a:solidFill>
                  <a:schemeClr val="lt1"/>
                </a:solidFill>
                <a:latin typeface="Century Gothic"/>
                <a:ea typeface="Century Gothic"/>
                <a:cs typeface="Century Gothic"/>
                <a:sym typeface="Century Gothic"/>
              </a:defRPr>
            </a:lvl8pPr>
            <a:lvl9pPr indent="0" lvl="8" marL="3657600" marR="0" rtl="0" algn="ctr">
              <a:lnSpc>
                <a:spcPct val="90000"/>
              </a:lnSpc>
              <a:spcBef>
                <a:spcPts val="500"/>
              </a:spcBef>
              <a:spcAft>
                <a:spcPts val="0"/>
              </a:spcAft>
              <a:buClr>
                <a:schemeClr val="lt1"/>
              </a:buClr>
              <a:buSzPts val="1600"/>
              <a:buFont typeface="Arial"/>
              <a:buNone/>
              <a:defRPr b="0" i="0" sz="1600" u="none" cap="none" strike="noStrike">
                <a:solidFill>
                  <a:schemeClr val="lt1"/>
                </a:solidFill>
                <a:latin typeface="Century Gothic"/>
                <a:ea typeface="Century Gothic"/>
                <a:cs typeface="Century Gothic"/>
                <a:sym typeface="Century Gothic"/>
              </a:defRPr>
            </a:lvl9pPr>
          </a:lstStyle>
          <a:p/>
        </p:txBody>
      </p:sp>
      <p:sp>
        <p:nvSpPr>
          <p:cNvPr id="16" name="Google Shape;16;p2"/>
          <p:cNvSpPr txBox="1"/>
          <p:nvPr>
            <p:ph idx="10" type="dt"/>
          </p:nvPr>
        </p:nvSpPr>
        <p:spPr>
          <a:xfrm>
            <a:off x="7909561" y="4314328"/>
            <a:ext cx="2910840" cy="374642"/>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7" name="Google Shape;17;p2"/>
          <p:cNvSpPr txBox="1"/>
          <p:nvPr>
            <p:ph idx="11" type="ftr"/>
          </p:nvPr>
        </p:nvSpPr>
        <p:spPr>
          <a:xfrm>
            <a:off x="1371600" y="4323845"/>
            <a:ext cx="64008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8" name="Google Shape;18;p2"/>
          <p:cNvSpPr txBox="1"/>
          <p:nvPr>
            <p:ph idx="12" type="sldNum"/>
          </p:nvPr>
        </p:nvSpPr>
        <p:spPr>
          <a:xfrm>
            <a:off x="8077200" y="1430866"/>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lt1"/>
                </a:solidFill>
                <a:latin typeface="Century Gothic"/>
                <a:ea typeface="Century Gothic"/>
                <a:cs typeface="Century Gothic"/>
                <a:sym typeface="Century Gothic"/>
              </a:defRPr>
            </a:lvl1pPr>
            <a:lvl2pPr indent="0" lvl="1" marL="0" marR="0" rtl="0" algn="r">
              <a:spcBef>
                <a:spcPts val="0"/>
              </a:spcBef>
              <a:buNone/>
              <a:defRPr b="0" i="0" sz="1050" u="none" cap="none" strike="noStrike">
                <a:solidFill>
                  <a:schemeClr val="lt1"/>
                </a:solidFill>
                <a:latin typeface="Century Gothic"/>
                <a:ea typeface="Century Gothic"/>
                <a:cs typeface="Century Gothic"/>
                <a:sym typeface="Century Gothic"/>
              </a:defRPr>
            </a:lvl2pPr>
            <a:lvl3pPr indent="0" lvl="2" marL="0" marR="0" rtl="0" algn="r">
              <a:spcBef>
                <a:spcPts val="0"/>
              </a:spcBef>
              <a:buNone/>
              <a:defRPr b="0" i="0" sz="1050" u="none" cap="none" strike="noStrike">
                <a:solidFill>
                  <a:schemeClr val="lt1"/>
                </a:solidFill>
                <a:latin typeface="Century Gothic"/>
                <a:ea typeface="Century Gothic"/>
                <a:cs typeface="Century Gothic"/>
                <a:sym typeface="Century Gothic"/>
              </a:defRPr>
            </a:lvl3pPr>
            <a:lvl4pPr indent="0" lvl="3" marL="0" marR="0" rtl="0" algn="r">
              <a:spcBef>
                <a:spcPts val="0"/>
              </a:spcBef>
              <a:buNone/>
              <a:defRPr b="0" i="0" sz="1050" u="none" cap="none" strike="noStrike">
                <a:solidFill>
                  <a:schemeClr val="lt1"/>
                </a:solidFill>
                <a:latin typeface="Century Gothic"/>
                <a:ea typeface="Century Gothic"/>
                <a:cs typeface="Century Gothic"/>
                <a:sym typeface="Century Gothic"/>
              </a:defRPr>
            </a:lvl4pPr>
            <a:lvl5pPr indent="0" lvl="4" marL="0" marR="0" rtl="0" algn="r">
              <a:spcBef>
                <a:spcPts val="0"/>
              </a:spcBef>
              <a:buNone/>
              <a:defRPr b="0" i="0" sz="1050" u="none" cap="none" strike="noStrike">
                <a:solidFill>
                  <a:schemeClr val="lt1"/>
                </a:solidFill>
                <a:latin typeface="Century Gothic"/>
                <a:ea typeface="Century Gothic"/>
                <a:cs typeface="Century Gothic"/>
                <a:sym typeface="Century Gothic"/>
              </a:defRPr>
            </a:lvl5pPr>
            <a:lvl6pPr indent="0" lvl="5" marL="0" marR="0" rtl="0" algn="r">
              <a:spcBef>
                <a:spcPts val="0"/>
              </a:spcBef>
              <a:buNone/>
              <a:defRPr b="0" i="0" sz="1050" u="none" cap="none" strike="noStrike">
                <a:solidFill>
                  <a:schemeClr val="lt1"/>
                </a:solidFill>
                <a:latin typeface="Century Gothic"/>
                <a:ea typeface="Century Gothic"/>
                <a:cs typeface="Century Gothic"/>
                <a:sym typeface="Century Gothic"/>
              </a:defRPr>
            </a:lvl6pPr>
            <a:lvl7pPr indent="0" lvl="6" marL="0" marR="0" rtl="0" algn="r">
              <a:spcBef>
                <a:spcPts val="0"/>
              </a:spcBef>
              <a:buNone/>
              <a:defRPr b="0" i="0" sz="1050" u="none" cap="none" strike="noStrike">
                <a:solidFill>
                  <a:schemeClr val="lt1"/>
                </a:solidFill>
                <a:latin typeface="Century Gothic"/>
                <a:ea typeface="Century Gothic"/>
                <a:cs typeface="Century Gothic"/>
                <a:sym typeface="Century Gothic"/>
              </a:defRPr>
            </a:lvl7pPr>
            <a:lvl8pPr indent="0" lvl="7" marL="0" marR="0" rtl="0" algn="r">
              <a:spcBef>
                <a:spcPts val="0"/>
              </a:spcBef>
              <a:buNone/>
              <a:defRPr b="0" i="0" sz="1050" u="none" cap="none" strike="noStrike">
                <a:solidFill>
                  <a:schemeClr val="lt1"/>
                </a:solidFill>
                <a:latin typeface="Century Gothic"/>
                <a:ea typeface="Century Gothic"/>
                <a:cs typeface="Century Gothic"/>
                <a:sym typeface="Century Gothic"/>
              </a:defRPr>
            </a:lvl8pPr>
            <a:lvl9pPr indent="0" lvl="8" marL="0" marR="0" rtl="0" algn="r">
              <a:spcBef>
                <a:spcPts val="0"/>
              </a:spcBef>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2895600" y="764373"/>
            <a:ext cx="8610600" cy="1293028"/>
          </a:xfrm>
          <a:prstGeom prst="rect">
            <a:avLst/>
          </a:prstGeom>
          <a:noFill/>
          <a:ln>
            <a:noFill/>
          </a:ln>
        </p:spPr>
        <p:txBody>
          <a:bodyPr anchorCtr="0" anchor="ctr" bIns="91425" lIns="91425" spcFirstLastPara="1" rIns="91425" wrap="square" tIns="91425">
            <a:noAutofit/>
          </a:bodyPr>
          <a:lstStyle>
            <a:lvl1pPr indent="0" lvl="0" marL="0" marR="0" rtl="0" algn="r">
              <a:lnSpc>
                <a:spcPct val="90000"/>
              </a:lnSpc>
              <a:spcBef>
                <a:spcPts val="0"/>
              </a:spcBef>
              <a:spcAft>
                <a:spcPts val="0"/>
              </a:spcAft>
              <a:buClr>
                <a:schemeClr val="lt1"/>
              </a:buClr>
              <a:buSzPts val="1400"/>
              <a:buFont typeface="Century Gothic"/>
              <a:buNone/>
              <a:defRPr b="0" i="0" sz="4000" u="none" cap="none" strike="noStrike">
                <a:solidFill>
                  <a:schemeClr val="lt1"/>
                </a:solidFill>
                <a:latin typeface="Century Gothic"/>
                <a:ea typeface="Century Gothic"/>
                <a:cs typeface="Century Gothic"/>
                <a:sym typeface="Century Gothic"/>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1" name="Google Shape;21;p3"/>
          <p:cNvSpPr txBox="1"/>
          <p:nvPr>
            <p:ph idx="1" type="body"/>
          </p:nvPr>
        </p:nvSpPr>
        <p:spPr>
          <a:xfrm>
            <a:off x="685800" y="2194560"/>
            <a:ext cx="10820400" cy="4024125"/>
          </a:xfrm>
          <a:prstGeom prst="rect">
            <a:avLst/>
          </a:prstGeom>
          <a:noFill/>
          <a:ln>
            <a:noFill/>
          </a:ln>
        </p:spPr>
        <p:txBody>
          <a:bodyPr anchorCtr="0" anchor="t" bIns="91425" lIns="91425" spcFirstLastPara="1" rIns="91425" wrap="square" tIns="91425">
            <a:noAutofit/>
          </a:bodyPr>
          <a:lstStyle>
            <a:lvl1pPr indent="-368300" lvl="0" marL="457200" marR="0" rtl="0" algn="l">
              <a:lnSpc>
                <a:spcPct val="90000"/>
              </a:lnSpc>
              <a:spcBef>
                <a:spcPts val="1000"/>
              </a:spcBef>
              <a:spcAft>
                <a:spcPts val="0"/>
              </a:spcAft>
              <a:buClr>
                <a:schemeClr val="lt1"/>
              </a:buClr>
              <a:buSzPts val="2200"/>
              <a:buFont typeface="Arial"/>
              <a:buChar char="•"/>
              <a:defRPr b="0" i="0" sz="2200" u="none" cap="none" strike="noStrike">
                <a:solidFill>
                  <a:schemeClr val="lt1"/>
                </a:solidFill>
                <a:latin typeface="Century Gothic"/>
                <a:ea typeface="Century Gothic"/>
                <a:cs typeface="Century Gothic"/>
                <a:sym typeface="Century Gothic"/>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entury Gothic"/>
                <a:ea typeface="Century Gothic"/>
                <a:cs typeface="Century Gothic"/>
                <a:sym typeface="Century Gothic"/>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entury Gothic"/>
                <a:ea typeface="Century Gothic"/>
                <a:cs typeface="Century Gothic"/>
                <a:sym typeface="Century Gothic"/>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5pPr>
            <a:lvl6pPr indent="-330200" lvl="5" marL="27432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6pPr>
            <a:lvl7pPr indent="-330200" lvl="6" marL="32004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7pPr>
            <a:lvl8pPr indent="-330200" lvl="7" marL="36576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8pPr>
            <a:lvl9pPr indent="-330200" lvl="8" marL="4114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9pPr>
          </a:lstStyle>
          <a:p/>
        </p:txBody>
      </p:sp>
      <p:sp>
        <p:nvSpPr>
          <p:cNvPr id="22" name="Google Shape;22;p3"/>
          <p:cNvSpPr txBox="1"/>
          <p:nvPr>
            <p:ph idx="10" type="dt"/>
          </p:nvPr>
        </p:nvSpPr>
        <p:spPr>
          <a:xfrm>
            <a:off x="8595360" y="6356350"/>
            <a:ext cx="2910840" cy="365125"/>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23" name="Google Shape;23;p3"/>
          <p:cNvSpPr txBox="1"/>
          <p:nvPr>
            <p:ph idx="11" type="ftr"/>
          </p:nvPr>
        </p:nvSpPr>
        <p:spPr>
          <a:xfrm>
            <a:off x="685800" y="6355845"/>
            <a:ext cx="77724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24" name="Google Shape;24;p3"/>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lt1"/>
                </a:solidFill>
                <a:latin typeface="Century Gothic"/>
                <a:ea typeface="Century Gothic"/>
                <a:cs typeface="Century Gothic"/>
                <a:sym typeface="Century Gothic"/>
              </a:defRPr>
            </a:lvl1pPr>
            <a:lvl2pPr indent="0" lvl="1" marL="0" marR="0" rtl="0" algn="r">
              <a:spcBef>
                <a:spcPts val="0"/>
              </a:spcBef>
              <a:buNone/>
              <a:defRPr b="0" i="0" sz="1050" u="none" cap="none" strike="noStrike">
                <a:solidFill>
                  <a:schemeClr val="lt1"/>
                </a:solidFill>
                <a:latin typeface="Century Gothic"/>
                <a:ea typeface="Century Gothic"/>
                <a:cs typeface="Century Gothic"/>
                <a:sym typeface="Century Gothic"/>
              </a:defRPr>
            </a:lvl2pPr>
            <a:lvl3pPr indent="0" lvl="2" marL="0" marR="0" rtl="0" algn="r">
              <a:spcBef>
                <a:spcPts val="0"/>
              </a:spcBef>
              <a:buNone/>
              <a:defRPr b="0" i="0" sz="1050" u="none" cap="none" strike="noStrike">
                <a:solidFill>
                  <a:schemeClr val="lt1"/>
                </a:solidFill>
                <a:latin typeface="Century Gothic"/>
                <a:ea typeface="Century Gothic"/>
                <a:cs typeface="Century Gothic"/>
                <a:sym typeface="Century Gothic"/>
              </a:defRPr>
            </a:lvl3pPr>
            <a:lvl4pPr indent="0" lvl="3" marL="0" marR="0" rtl="0" algn="r">
              <a:spcBef>
                <a:spcPts val="0"/>
              </a:spcBef>
              <a:buNone/>
              <a:defRPr b="0" i="0" sz="1050" u="none" cap="none" strike="noStrike">
                <a:solidFill>
                  <a:schemeClr val="lt1"/>
                </a:solidFill>
                <a:latin typeface="Century Gothic"/>
                <a:ea typeface="Century Gothic"/>
                <a:cs typeface="Century Gothic"/>
                <a:sym typeface="Century Gothic"/>
              </a:defRPr>
            </a:lvl4pPr>
            <a:lvl5pPr indent="0" lvl="4" marL="0" marR="0" rtl="0" algn="r">
              <a:spcBef>
                <a:spcPts val="0"/>
              </a:spcBef>
              <a:buNone/>
              <a:defRPr b="0" i="0" sz="1050" u="none" cap="none" strike="noStrike">
                <a:solidFill>
                  <a:schemeClr val="lt1"/>
                </a:solidFill>
                <a:latin typeface="Century Gothic"/>
                <a:ea typeface="Century Gothic"/>
                <a:cs typeface="Century Gothic"/>
                <a:sym typeface="Century Gothic"/>
              </a:defRPr>
            </a:lvl5pPr>
            <a:lvl6pPr indent="0" lvl="5" marL="0" marR="0" rtl="0" algn="r">
              <a:spcBef>
                <a:spcPts val="0"/>
              </a:spcBef>
              <a:buNone/>
              <a:defRPr b="0" i="0" sz="1050" u="none" cap="none" strike="noStrike">
                <a:solidFill>
                  <a:schemeClr val="lt1"/>
                </a:solidFill>
                <a:latin typeface="Century Gothic"/>
                <a:ea typeface="Century Gothic"/>
                <a:cs typeface="Century Gothic"/>
                <a:sym typeface="Century Gothic"/>
              </a:defRPr>
            </a:lvl6pPr>
            <a:lvl7pPr indent="0" lvl="6" marL="0" marR="0" rtl="0" algn="r">
              <a:spcBef>
                <a:spcPts val="0"/>
              </a:spcBef>
              <a:buNone/>
              <a:defRPr b="0" i="0" sz="1050" u="none" cap="none" strike="noStrike">
                <a:solidFill>
                  <a:schemeClr val="lt1"/>
                </a:solidFill>
                <a:latin typeface="Century Gothic"/>
                <a:ea typeface="Century Gothic"/>
                <a:cs typeface="Century Gothic"/>
                <a:sym typeface="Century Gothic"/>
              </a:defRPr>
            </a:lvl7pPr>
            <a:lvl8pPr indent="0" lvl="7" marL="0" marR="0" rtl="0" algn="r">
              <a:spcBef>
                <a:spcPts val="0"/>
              </a:spcBef>
              <a:buNone/>
              <a:defRPr b="0" i="0" sz="1050" u="none" cap="none" strike="noStrike">
                <a:solidFill>
                  <a:schemeClr val="lt1"/>
                </a:solidFill>
                <a:latin typeface="Century Gothic"/>
                <a:ea typeface="Century Gothic"/>
                <a:cs typeface="Century Gothic"/>
                <a:sym typeface="Century Gothic"/>
              </a:defRPr>
            </a:lvl8pPr>
            <a:lvl9pPr indent="0" lvl="8" marL="0" marR="0" rtl="0" algn="r">
              <a:spcBef>
                <a:spcPts val="0"/>
              </a:spcBef>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showMasterSp="0" type="secHead">
  <p:cSld name="SECTION_HEADER">
    <p:spTree>
      <p:nvGrpSpPr>
        <p:cNvPr id="25" name="Shape 25"/>
        <p:cNvGrpSpPr/>
        <p:nvPr/>
      </p:nvGrpSpPr>
      <p:grpSpPr>
        <a:xfrm>
          <a:off x="0" y="0"/>
          <a:ext cx="0" cy="0"/>
          <a:chOff x="0" y="0"/>
          <a:chExt cx="0" cy="0"/>
        </a:xfrm>
      </p:grpSpPr>
      <p:pic>
        <p:nvPicPr>
          <p:cNvPr descr="C0-HD-BTM.png" id="26" name="Google Shape;26;p4"/>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27" name="Google Shape;27;p4"/>
          <p:cNvSpPr txBox="1"/>
          <p:nvPr>
            <p:ph type="title"/>
          </p:nvPr>
        </p:nvSpPr>
        <p:spPr>
          <a:xfrm>
            <a:off x="685800" y="753533"/>
            <a:ext cx="10820399" cy="2801935"/>
          </a:xfrm>
          <a:prstGeom prst="rect">
            <a:avLst/>
          </a:prstGeom>
          <a:noFill/>
          <a:ln>
            <a:noFill/>
          </a:ln>
        </p:spPr>
        <p:txBody>
          <a:bodyPr anchorCtr="0" anchor="b" bIns="91425" lIns="91425" spcFirstLastPara="1" rIns="91425" wrap="square" tIns="91425">
            <a:noAutofit/>
          </a:bodyPr>
          <a:lstStyle>
            <a:lvl1pPr indent="0" lvl="0" marL="0" marR="0" rtl="0" algn="r">
              <a:lnSpc>
                <a:spcPct val="90000"/>
              </a:lnSpc>
              <a:spcBef>
                <a:spcPts val="0"/>
              </a:spcBef>
              <a:spcAft>
                <a:spcPts val="0"/>
              </a:spcAft>
              <a:buClr>
                <a:schemeClr val="lt1"/>
              </a:buClr>
              <a:buSzPts val="1400"/>
              <a:buFont typeface="Century Gothic"/>
              <a:buNone/>
              <a:defRPr b="0" i="0" sz="4000" u="none" cap="none" strike="noStrike">
                <a:solidFill>
                  <a:schemeClr val="lt1"/>
                </a:solidFill>
                <a:latin typeface="Century Gothic"/>
                <a:ea typeface="Century Gothic"/>
                <a:cs typeface="Century Gothic"/>
                <a:sym typeface="Century Gothic"/>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8" name="Google Shape;28;p4"/>
          <p:cNvSpPr txBox="1"/>
          <p:nvPr>
            <p:ph idx="1" type="body"/>
          </p:nvPr>
        </p:nvSpPr>
        <p:spPr>
          <a:xfrm>
            <a:off x="1024467" y="3641725"/>
            <a:ext cx="10490200" cy="955675"/>
          </a:xfrm>
          <a:prstGeom prst="rect">
            <a:avLst/>
          </a:prstGeom>
          <a:noFill/>
          <a:ln>
            <a:noFill/>
          </a:ln>
        </p:spPr>
        <p:txBody>
          <a:bodyPr anchorCtr="0" anchor="t" bIns="91425" lIns="91425" spcFirstLastPara="1" rIns="91425" wrap="square" tIns="91425">
            <a:noAutofit/>
          </a:bodyPr>
          <a:lstStyle>
            <a:lvl1pPr indent="-228600" lvl="0" marL="457200" marR="0" rtl="0" algn="r">
              <a:lnSpc>
                <a:spcPct val="90000"/>
              </a:lnSpc>
              <a:spcBef>
                <a:spcPts val="1000"/>
              </a:spcBef>
              <a:spcAft>
                <a:spcPts val="0"/>
              </a:spcAft>
              <a:buClr>
                <a:schemeClr val="lt1"/>
              </a:buClr>
              <a:buSzPts val="2200"/>
              <a:buFont typeface="Arial"/>
              <a:buNone/>
              <a:defRPr b="0" i="0" sz="2200" u="none" cap="none" strike="noStrike">
                <a:solidFill>
                  <a:schemeClr val="lt1"/>
                </a:solidFill>
                <a:latin typeface="Century Gothic"/>
                <a:ea typeface="Century Gothic"/>
                <a:cs typeface="Century Gothic"/>
                <a:sym typeface="Century Gothic"/>
              </a:defRPr>
            </a:lvl1pPr>
            <a:lvl2pPr indent="-228600" lvl="1" marL="914400" marR="0" rtl="0" algn="l">
              <a:lnSpc>
                <a:spcPct val="90000"/>
              </a:lnSpc>
              <a:spcBef>
                <a:spcPts val="500"/>
              </a:spcBef>
              <a:spcAft>
                <a:spcPts val="0"/>
              </a:spcAft>
              <a:buClr>
                <a:schemeClr val="lt1"/>
              </a:buClr>
              <a:buSzPts val="2000"/>
              <a:buFont typeface="Arial"/>
              <a:buNone/>
              <a:defRPr b="0" i="0" sz="2000" u="none" cap="none" strike="noStrike">
                <a:solidFill>
                  <a:schemeClr val="lt1"/>
                </a:solidFill>
                <a:latin typeface="Century Gothic"/>
                <a:ea typeface="Century Gothic"/>
                <a:cs typeface="Century Gothic"/>
                <a:sym typeface="Century Gothic"/>
              </a:defRPr>
            </a:lvl2pPr>
            <a:lvl3pPr indent="-228600" lvl="2" marL="1371600" marR="0" rtl="0" algn="l">
              <a:lnSpc>
                <a:spcPct val="90000"/>
              </a:lnSpc>
              <a:spcBef>
                <a:spcPts val="500"/>
              </a:spcBef>
              <a:spcAft>
                <a:spcPts val="0"/>
              </a:spcAft>
              <a:buClr>
                <a:schemeClr val="lt1"/>
              </a:buClr>
              <a:buSzPts val="1800"/>
              <a:buFont typeface="Arial"/>
              <a:buNone/>
              <a:defRPr b="0" i="0" sz="1800" u="none" cap="none" strike="noStrike">
                <a:solidFill>
                  <a:schemeClr val="lt1"/>
                </a:solidFill>
                <a:latin typeface="Century Gothic"/>
                <a:ea typeface="Century Gothic"/>
                <a:cs typeface="Century Gothic"/>
                <a:sym typeface="Century Gothic"/>
              </a:defRPr>
            </a:lvl3pPr>
            <a:lvl4pPr indent="-228600" lvl="3" marL="1828800" marR="0" rtl="0" algn="l">
              <a:lnSpc>
                <a:spcPct val="90000"/>
              </a:lnSpc>
              <a:spcBef>
                <a:spcPts val="500"/>
              </a:spcBef>
              <a:spcAft>
                <a:spcPts val="0"/>
              </a:spcAft>
              <a:buClr>
                <a:schemeClr val="lt1"/>
              </a:buClr>
              <a:buSzPts val="1600"/>
              <a:buFont typeface="Arial"/>
              <a:buNone/>
              <a:defRPr b="0" i="0" sz="1600" u="none" cap="none" strike="noStrike">
                <a:solidFill>
                  <a:schemeClr val="lt1"/>
                </a:solidFill>
                <a:latin typeface="Century Gothic"/>
                <a:ea typeface="Century Gothic"/>
                <a:cs typeface="Century Gothic"/>
                <a:sym typeface="Century Gothic"/>
              </a:defRPr>
            </a:lvl4pPr>
            <a:lvl5pPr indent="-228600" lvl="4" marL="2286000" marR="0" rtl="0" algn="l">
              <a:lnSpc>
                <a:spcPct val="90000"/>
              </a:lnSpc>
              <a:spcBef>
                <a:spcPts val="500"/>
              </a:spcBef>
              <a:spcAft>
                <a:spcPts val="0"/>
              </a:spcAft>
              <a:buClr>
                <a:schemeClr val="lt1"/>
              </a:buClr>
              <a:buSzPts val="1600"/>
              <a:buFont typeface="Arial"/>
              <a:buNone/>
              <a:defRPr b="0" i="0" sz="1600" u="none" cap="none" strike="noStrike">
                <a:solidFill>
                  <a:schemeClr val="lt1"/>
                </a:solidFill>
                <a:latin typeface="Century Gothic"/>
                <a:ea typeface="Century Gothic"/>
                <a:cs typeface="Century Gothic"/>
                <a:sym typeface="Century Gothic"/>
              </a:defRPr>
            </a:lvl5pPr>
            <a:lvl6pPr indent="-228600" lvl="5" marL="2743200" marR="0" rtl="0" algn="l">
              <a:lnSpc>
                <a:spcPct val="90000"/>
              </a:lnSpc>
              <a:spcBef>
                <a:spcPts val="500"/>
              </a:spcBef>
              <a:spcAft>
                <a:spcPts val="0"/>
              </a:spcAft>
              <a:buClr>
                <a:schemeClr val="lt1"/>
              </a:buClr>
              <a:buSzPts val="1600"/>
              <a:buFont typeface="Arial"/>
              <a:buNone/>
              <a:defRPr b="0" i="0" sz="1600" u="none" cap="none" strike="noStrike">
                <a:solidFill>
                  <a:schemeClr val="lt1"/>
                </a:solidFill>
                <a:latin typeface="Century Gothic"/>
                <a:ea typeface="Century Gothic"/>
                <a:cs typeface="Century Gothic"/>
                <a:sym typeface="Century Gothic"/>
              </a:defRPr>
            </a:lvl6pPr>
            <a:lvl7pPr indent="-228600" lvl="6" marL="3200400" marR="0" rtl="0" algn="l">
              <a:lnSpc>
                <a:spcPct val="90000"/>
              </a:lnSpc>
              <a:spcBef>
                <a:spcPts val="500"/>
              </a:spcBef>
              <a:spcAft>
                <a:spcPts val="0"/>
              </a:spcAft>
              <a:buClr>
                <a:schemeClr val="lt1"/>
              </a:buClr>
              <a:buSzPts val="1600"/>
              <a:buFont typeface="Arial"/>
              <a:buNone/>
              <a:defRPr b="0" i="0" sz="1600" u="none" cap="none" strike="noStrike">
                <a:solidFill>
                  <a:schemeClr val="lt1"/>
                </a:solidFill>
                <a:latin typeface="Century Gothic"/>
                <a:ea typeface="Century Gothic"/>
                <a:cs typeface="Century Gothic"/>
                <a:sym typeface="Century Gothic"/>
              </a:defRPr>
            </a:lvl7pPr>
            <a:lvl8pPr indent="-228600" lvl="7" marL="3657600" marR="0" rtl="0" algn="l">
              <a:lnSpc>
                <a:spcPct val="90000"/>
              </a:lnSpc>
              <a:spcBef>
                <a:spcPts val="500"/>
              </a:spcBef>
              <a:spcAft>
                <a:spcPts val="0"/>
              </a:spcAft>
              <a:buClr>
                <a:schemeClr val="lt1"/>
              </a:buClr>
              <a:buSzPts val="1600"/>
              <a:buFont typeface="Arial"/>
              <a:buNone/>
              <a:defRPr b="0" i="0" sz="1600" u="none" cap="none" strike="noStrike">
                <a:solidFill>
                  <a:schemeClr val="lt1"/>
                </a:solidFill>
                <a:latin typeface="Century Gothic"/>
                <a:ea typeface="Century Gothic"/>
                <a:cs typeface="Century Gothic"/>
                <a:sym typeface="Century Gothic"/>
              </a:defRPr>
            </a:lvl8pPr>
            <a:lvl9pPr indent="-228600" lvl="8" marL="4114800" marR="0" rtl="0" algn="l">
              <a:lnSpc>
                <a:spcPct val="90000"/>
              </a:lnSpc>
              <a:spcBef>
                <a:spcPts val="500"/>
              </a:spcBef>
              <a:spcAft>
                <a:spcPts val="0"/>
              </a:spcAft>
              <a:buClr>
                <a:schemeClr val="lt1"/>
              </a:buClr>
              <a:buSzPts val="1600"/>
              <a:buFont typeface="Arial"/>
              <a:buNone/>
              <a:defRPr b="0" i="0" sz="1600" u="none" cap="none" strike="noStrike">
                <a:solidFill>
                  <a:schemeClr val="lt1"/>
                </a:solidFill>
                <a:latin typeface="Century Gothic"/>
                <a:ea typeface="Century Gothic"/>
                <a:cs typeface="Century Gothic"/>
                <a:sym typeface="Century Gothic"/>
              </a:defRPr>
            </a:lvl9pPr>
          </a:lstStyle>
          <a:p/>
        </p:txBody>
      </p:sp>
      <p:sp>
        <p:nvSpPr>
          <p:cNvPr id="29" name="Google Shape;29;p4"/>
          <p:cNvSpPr txBox="1"/>
          <p:nvPr>
            <p:ph idx="10" type="dt"/>
          </p:nvPr>
        </p:nvSpPr>
        <p:spPr>
          <a:xfrm>
            <a:off x="7814452" y="381000"/>
            <a:ext cx="2910840" cy="365125"/>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30" name="Google Shape;30;p4"/>
          <p:cNvSpPr txBox="1"/>
          <p:nvPr>
            <p:ph idx="11" type="ftr"/>
          </p:nvPr>
        </p:nvSpPr>
        <p:spPr>
          <a:xfrm>
            <a:off x="685800" y="381001"/>
            <a:ext cx="6991492" cy="36406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31" name="Google Shape;31;p4"/>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lt1"/>
                </a:solidFill>
                <a:latin typeface="Century Gothic"/>
                <a:ea typeface="Century Gothic"/>
                <a:cs typeface="Century Gothic"/>
                <a:sym typeface="Century Gothic"/>
              </a:defRPr>
            </a:lvl1pPr>
            <a:lvl2pPr indent="0" lvl="1" marL="0" marR="0" rtl="0" algn="r">
              <a:spcBef>
                <a:spcPts val="0"/>
              </a:spcBef>
              <a:buNone/>
              <a:defRPr b="0" i="0" sz="1050" u="none" cap="none" strike="noStrike">
                <a:solidFill>
                  <a:schemeClr val="lt1"/>
                </a:solidFill>
                <a:latin typeface="Century Gothic"/>
                <a:ea typeface="Century Gothic"/>
                <a:cs typeface="Century Gothic"/>
                <a:sym typeface="Century Gothic"/>
              </a:defRPr>
            </a:lvl2pPr>
            <a:lvl3pPr indent="0" lvl="2" marL="0" marR="0" rtl="0" algn="r">
              <a:spcBef>
                <a:spcPts val="0"/>
              </a:spcBef>
              <a:buNone/>
              <a:defRPr b="0" i="0" sz="1050" u="none" cap="none" strike="noStrike">
                <a:solidFill>
                  <a:schemeClr val="lt1"/>
                </a:solidFill>
                <a:latin typeface="Century Gothic"/>
                <a:ea typeface="Century Gothic"/>
                <a:cs typeface="Century Gothic"/>
                <a:sym typeface="Century Gothic"/>
              </a:defRPr>
            </a:lvl3pPr>
            <a:lvl4pPr indent="0" lvl="3" marL="0" marR="0" rtl="0" algn="r">
              <a:spcBef>
                <a:spcPts val="0"/>
              </a:spcBef>
              <a:buNone/>
              <a:defRPr b="0" i="0" sz="1050" u="none" cap="none" strike="noStrike">
                <a:solidFill>
                  <a:schemeClr val="lt1"/>
                </a:solidFill>
                <a:latin typeface="Century Gothic"/>
                <a:ea typeface="Century Gothic"/>
                <a:cs typeface="Century Gothic"/>
                <a:sym typeface="Century Gothic"/>
              </a:defRPr>
            </a:lvl4pPr>
            <a:lvl5pPr indent="0" lvl="4" marL="0" marR="0" rtl="0" algn="r">
              <a:spcBef>
                <a:spcPts val="0"/>
              </a:spcBef>
              <a:buNone/>
              <a:defRPr b="0" i="0" sz="1050" u="none" cap="none" strike="noStrike">
                <a:solidFill>
                  <a:schemeClr val="lt1"/>
                </a:solidFill>
                <a:latin typeface="Century Gothic"/>
                <a:ea typeface="Century Gothic"/>
                <a:cs typeface="Century Gothic"/>
                <a:sym typeface="Century Gothic"/>
              </a:defRPr>
            </a:lvl5pPr>
            <a:lvl6pPr indent="0" lvl="5" marL="0" marR="0" rtl="0" algn="r">
              <a:spcBef>
                <a:spcPts val="0"/>
              </a:spcBef>
              <a:buNone/>
              <a:defRPr b="0" i="0" sz="1050" u="none" cap="none" strike="noStrike">
                <a:solidFill>
                  <a:schemeClr val="lt1"/>
                </a:solidFill>
                <a:latin typeface="Century Gothic"/>
                <a:ea typeface="Century Gothic"/>
                <a:cs typeface="Century Gothic"/>
                <a:sym typeface="Century Gothic"/>
              </a:defRPr>
            </a:lvl6pPr>
            <a:lvl7pPr indent="0" lvl="6" marL="0" marR="0" rtl="0" algn="r">
              <a:spcBef>
                <a:spcPts val="0"/>
              </a:spcBef>
              <a:buNone/>
              <a:defRPr b="0" i="0" sz="1050" u="none" cap="none" strike="noStrike">
                <a:solidFill>
                  <a:schemeClr val="lt1"/>
                </a:solidFill>
                <a:latin typeface="Century Gothic"/>
                <a:ea typeface="Century Gothic"/>
                <a:cs typeface="Century Gothic"/>
                <a:sym typeface="Century Gothic"/>
              </a:defRPr>
            </a:lvl7pPr>
            <a:lvl8pPr indent="0" lvl="7" marL="0" marR="0" rtl="0" algn="r">
              <a:spcBef>
                <a:spcPts val="0"/>
              </a:spcBef>
              <a:buNone/>
              <a:defRPr b="0" i="0" sz="1050" u="none" cap="none" strike="noStrike">
                <a:solidFill>
                  <a:schemeClr val="lt1"/>
                </a:solidFill>
                <a:latin typeface="Century Gothic"/>
                <a:ea typeface="Century Gothic"/>
                <a:cs typeface="Century Gothic"/>
                <a:sym typeface="Century Gothic"/>
              </a:defRPr>
            </a:lvl8pPr>
            <a:lvl9pPr indent="0" lvl="8" marL="0" marR="0" rtl="0" algn="r">
              <a:spcBef>
                <a:spcPts val="0"/>
              </a:spcBef>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2" name="Shape 32"/>
        <p:cNvGrpSpPr/>
        <p:nvPr/>
      </p:nvGrpSpPr>
      <p:grpSpPr>
        <a:xfrm>
          <a:off x="0" y="0"/>
          <a:ext cx="0" cy="0"/>
          <a:chOff x="0" y="0"/>
          <a:chExt cx="0" cy="0"/>
        </a:xfrm>
      </p:grpSpPr>
      <p:sp>
        <p:nvSpPr>
          <p:cNvPr id="33" name="Google Shape;33;p5"/>
          <p:cNvSpPr txBox="1"/>
          <p:nvPr>
            <p:ph type="title"/>
          </p:nvPr>
        </p:nvSpPr>
        <p:spPr>
          <a:xfrm>
            <a:off x="2895600" y="764373"/>
            <a:ext cx="8610600" cy="1293028"/>
          </a:xfrm>
          <a:prstGeom prst="rect">
            <a:avLst/>
          </a:prstGeom>
          <a:noFill/>
          <a:ln>
            <a:noFill/>
          </a:ln>
        </p:spPr>
        <p:txBody>
          <a:bodyPr anchorCtr="0" anchor="ctr" bIns="91425" lIns="91425" spcFirstLastPara="1" rIns="91425" wrap="square" tIns="91425">
            <a:noAutofit/>
          </a:bodyPr>
          <a:lstStyle>
            <a:lvl1pPr indent="0" lvl="0" marL="0" marR="0" rtl="0" algn="r">
              <a:lnSpc>
                <a:spcPct val="90000"/>
              </a:lnSpc>
              <a:spcBef>
                <a:spcPts val="0"/>
              </a:spcBef>
              <a:spcAft>
                <a:spcPts val="0"/>
              </a:spcAft>
              <a:buClr>
                <a:schemeClr val="lt1"/>
              </a:buClr>
              <a:buSzPts val="1400"/>
              <a:buFont typeface="Century Gothic"/>
              <a:buNone/>
              <a:defRPr b="0" i="0" sz="4000" u="none" cap="none" strike="noStrike">
                <a:solidFill>
                  <a:schemeClr val="lt1"/>
                </a:solidFill>
                <a:latin typeface="Century Gothic"/>
                <a:ea typeface="Century Gothic"/>
                <a:cs typeface="Century Gothic"/>
                <a:sym typeface="Century Gothic"/>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34" name="Google Shape;34;p5"/>
          <p:cNvSpPr txBox="1"/>
          <p:nvPr>
            <p:ph idx="1" type="body"/>
          </p:nvPr>
        </p:nvSpPr>
        <p:spPr>
          <a:xfrm>
            <a:off x="685800" y="2194559"/>
            <a:ext cx="5334000" cy="4024125"/>
          </a:xfrm>
          <a:prstGeom prst="rect">
            <a:avLst/>
          </a:prstGeom>
          <a:noFill/>
          <a:ln>
            <a:noFill/>
          </a:ln>
        </p:spPr>
        <p:txBody>
          <a:bodyPr anchorCtr="0" anchor="t" bIns="91425" lIns="91425" spcFirstLastPara="1" rIns="91425" wrap="square" tIns="91425">
            <a:noAutofit/>
          </a:bodyPr>
          <a:lstStyle>
            <a:lvl1pPr indent="-368300" lvl="0" marL="457200" marR="0" rtl="0" algn="l">
              <a:lnSpc>
                <a:spcPct val="90000"/>
              </a:lnSpc>
              <a:spcBef>
                <a:spcPts val="1000"/>
              </a:spcBef>
              <a:spcAft>
                <a:spcPts val="0"/>
              </a:spcAft>
              <a:buClr>
                <a:schemeClr val="lt1"/>
              </a:buClr>
              <a:buSzPts val="2200"/>
              <a:buFont typeface="Arial"/>
              <a:buChar char="•"/>
              <a:defRPr b="0" i="0" sz="2200" u="none" cap="none" strike="noStrike">
                <a:solidFill>
                  <a:schemeClr val="lt1"/>
                </a:solidFill>
                <a:latin typeface="Century Gothic"/>
                <a:ea typeface="Century Gothic"/>
                <a:cs typeface="Century Gothic"/>
                <a:sym typeface="Century Gothic"/>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entury Gothic"/>
                <a:ea typeface="Century Gothic"/>
                <a:cs typeface="Century Gothic"/>
                <a:sym typeface="Century Gothic"/>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entury Gothic"/>
                <a:ea typeface="Century Gothic"/>
                <a:cs typeface="Century Gothic"/>
                <a:sym typeface="Century Gothic"/>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5pPr>
            <a:lvl6pPr indent="-330200" lvl="5" marL="27432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6pPr>
            <a:lvl7pPr indent="-330200" lvl="6" marL="32004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7pPr>
            <a:lvl8pPr indent="-330200" lvl="7" marL="36576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8pPr>
            <a:lvl9pPr indent="-330200" lvl="8" marL="4114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9pPr>
          </a:lstStyle>
          <a:p/>
        </p:txBody>
      </p:sp>
      <p:sp>
        <p:nvSpPr>
          <p:cNvPr id="35" name="Google Shape;35;p5"/>
          <p:cNvSpPr txBox="1"/>
          <p:nvPr>
            <p:ph idx="2" type="body"/>
          </p:nvPr>
        </p:nvSpPr>
        <p:spPr>
          <a:xfrm>
            <a:off x="6172200" y="2194559"/>
            <a:ext cx="5334000" cy="4024125"/>
          </a:xfrm>
          <a:prstGeom prst="rect">
            <a:avLst/>
          </a:prstGeom>
          <a:noFill/>
          <a:ln>
            <a:noFill/>
          </a:ln>
        </p:spPr>
        <p:txBody>
          <a:bodyPr anchorCtr="0" anchor="t" bIns="91425" lIns="91425" spcFirstLastPara="1" rIns="91425" wrap="square" tIns="91425">
            <a:noAutofit/>
          </a:bodyPr>
          <a:lstStyle>
            <a:lvl1pPr indent="-368300" lvl="0" marL="457200" marR="0" rtl="0" algn="l">
              <a:lnSpc>
                <a:spcPct val="90000"/>
              </a:lnSpc>
              <a:spcBef>
                <a:spcPts val="1000"/>
              </a:spcBef>
              <a:spcAft>
                <a:spcPts val="0"/>
              </a:spcAft>
              <a:buClr>
                <a:schemeClr val="lt1"/>
              </a:buClr>
              <a:buSzPts val="2200"/>
              <a:buFont typeface="Arial"/>
              <a:buChar char="•"/>
              <a:defRPr b="0" i="0" sz="2200" u="none" cap="none" strike="noStrike">
                <a:solidFill>
                  <a:schemeClr val="lt1"/>
                </a:solidFill>
                <a:latin typeface="Century Gothic"/>
                <a:ea typeface="Century Gothic"/>
                <a:cs typeface="Century Gothic"/>
                <a:sym typeface="Century Gothic"/>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entury Gothic"/>
                <a:ea typeface="Century Gothic"/>
                <a:cs typeface="Century Gothic"/>
                <a:sym typeface="Century Gothic"/>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entury Gothic"/>
                <a:ea typeface="Century Gothic"/>
                <a:cs typeface="Century Gothic"/>
                <a:sym typeface="Century Gothic"/>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5pPr>
            <a:lvl6pPr indent="-330200" lvl="5" marL="27432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6pPr>
            <a:lvl7pPr indent="-330200" lvl="6" marL="32004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7pPr>
            <a:lvl8pPr indent="-330200" lvl="7" marL="36576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8pPr>
            <a:lvl9pPr indent="-330200" lvl="8" marL="4114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9pPr>
          </a:lstStyle>
          <a:p/>
        </p:txBody>
      </p:sp>
      <p:sp>
        <p:nvSpPr>
          <p:cNvPr id="36" name="Google Shape;36;p5"/>
          <p:cNvSpPr txBox="1"/>
          <p:nvPr>
            <p:ph idx="10" type="dt"/>
          </p:nvPr>
        </p:nvSpPr>
        <p:spPr>
          <a:xfrm>
            <a:off x="8595360" y="6356350"/>
            <a:ext cx="2910840" cy="365125"/>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37" name="Google Shape;37;p5"/>
          <p:cNvSpPr txBox="1"/>
          <p:nvPr>
            <p:ph idx="11" type="ftr"/>
          </p:nvPr>
        </p:nvSpPr>
        <p:spPr>
          <a:xfrm>
            <a:off x="685800" y="6355845"/>
            <a:ext cx="77724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38" name="Google Shape;38;p5"/>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lt1"/>
                </a:solidFill>
                <a:latin typeface="Century Gothic"/>
                <a:ea typeface="Century Gothic"/>
                <a:cs typeface="Century Gothic"/>
                <a:sym typeface="Century Gothic"/>
              </a:defRPr>
            </a:lvl1pPr>
            <a:lvl2pPr indent="0" lvl="1" marL="0" marR="0" rtl="0" algn="r">
              <a:spcBef>
                <a:spcPts val="0"/>
              </a:spcBef>
              <a:buNone/>
              <a:defRPr b="0" i="0" sz="1050" u="none" cap="none" strike="noStrike">
                <a:solidFill>
                  <a:schemeClr val="lt1"/>
                </a:solidFill>
                <a:latin typeface="Century Gothic"/>
                <a:ea typeface="Century Gothic"/>
                <a:cs typeface="Century Gothic"/>
                <a:sym typeface="Century Gothic"/>
              </a:defRPr>
            </a:lvl2pPr>
            <a:lvl3pPr indent="0" lvl="2" marL="0" marR="0" rtl="0" algn="r">
              <a:spcBef>
                <a:spcPts val="0"/>
              </a:spcBef>
              <a:buNone/>
              <a:defRPr b="0" i="0" sz="1050" u="none" cap="none" strike="noStrike">
                <a:solidFill>
                  <a:schemeClr val="lt1"/>
                </a:solidFill>
                <a:latin typeface="Century Gothic"/>
                <a:ea typeface="Century Gothic"/>
                <a:cs typeface="Century Gothic"/>
                <a:sym typeface="Century Gothic"/>
              </a:defRPr>
            </a:lvl3pPr>
            <a:lvl4pPr indent="0" lvl="3" marL="0" marR="0" rtl="0" algn="r">
              <a:spcBef>
                <a:spcPts val="0"/>
              </a:spcBef>
              <a:buNone/>
              <a:defRPr b="0" i="0" sz="1050" u="none" cap="none" strike="noStrike">
                <a:solidFill>
                  <a:schemeClr val="lt1"/>
                </a:solidFill>
                <a:latin typeface="Century Gothic"/>
                <a:ea typeface="Century Gothic"/>
                <a:cs typeface="Century Gothic"/>
                <a:sym typeface="Century Gothic"/>
              </a:defRPr>
            </a:lvl4pPr>
            <a:lvl5pPr indent="0" lvl="4" marL="0" marR="0" rtl="0" algn="r">
              <a:spcBef>
                <a:spcPts val="0"/>
              </a:spcBef>
              <a:buNone/>
              <a:defRPr b="0" i="0" sz="1050" u="none" cap="none" strike="noStrike">
                <a:solidFill>
                  <a:schemeClr val="lt1"/>
                </a:solidFill>
                <a:latin typeface="Century Gothic"/>
                <a:ea typeface="Century Gothic"/>
                <a:cs typeface="Century Gothic"/>
                <a:sym typeface="Century Gothic"/>
              </a:defRPr>
            </a:lvl5pPr>
            <a:lvl6pPr indent="0" lvl="5" marL="0" marR="0" rtl="0" algn="r">
              <a:spcBef>
                <a:spcPts val="0"/>
              </a:spcBef>
              <a:buNone/>
              <a:defRPr b="0" i="0" sz="1050" u="none" cap="none" strike="noStrike">
                <a:solidFill>
                  <a:schemeClr val="lt1"/>
                </a:solidFill>
                <a:latin typeface="Century Gothic"/>
                <a:ea typeface="Century Gothic"/>
                <a:cs typeface="Century Gothic"/>
                <a:sym typeface="Century Gothic"/>
              </a:defRPr>
            </a:lvl6pPr>
            <a:lvl7pPr indent="0" lvl="6" marL="0" marR="0" rtl="0" algn="r">
              <a:spcBef>
                <a:spcPts val="0"/>
              </a:spcBef>
              <a:buNone/>
              <a:defRPr b="0" i="0" sz="1050" u="none" cap="none" strike="noStrike">
                <a:solidFill>
                  <a:schemeClr val="lt1"/>
                </a:solidFill>
                <a:latin typeface="Century Gothic"/>
                <a:ea typeface="Century Gothic"/>
                <a:cs typeface="Century Gothic"/>
                <a:sym typeface="Century Gothic"/>
              </a:defRPr>
            </a:lvl7pPr>
            <a:lvl8pPr indent="0" lvl="7" marL="0" marR="0" rtl="0" algn="r">
              <a:spcBef>
                <a:spcPts val="0"/>
              </a:spcBef>
              <a:buNone/>
              <a:defRPr b="0" i="0" sz="1050" u="none" cap="none" strike="noStrike">
                <a:solidFill>
                  <a:schemeClr val="lt1"/>
                </a:solidFill>
                <a:latin typeface="Century Gothic"/>
                <a:ea typeface="Century Gothic"/>
                <a:cs typeface="Century Gothic"/>
                <a:sym typeface="Century Gothic"/>
              </a:defRPr>
            </a:lvl8pPr>
            <a:lvl9pPr indent="0" lvl="8" marL="0" marR="0" rtl="0" algn="r">
              <a:spcBef>
                <a:spcPts val="0"/>
              </a:spcBef>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9" name="Shape 39"/>
        <p:cNvGrpSpPr/>
        <p:nvPr/>
      </p:nvGrpSpPr>
      <p:grpSpPr>
        <a:xfrm>
          <a:off x="0" y="0"/>
          <a:ext cx="0" cy="0"/>
          <a:chOff x="0" y="0"/>
          <a:chExt cx="0" cy="0"/>
        </a:xfrm>
      </p:grpSpPr>
      <p:sp>
        <p:nvSpPr>
          <p:cNvPr id="40" name="Google Shape;40;p6"/>
          <p:cNvSpPr txBox="1"/>
          <p:nvPr>
            <p:ph type="title"/>
          </p:nvPr>
        </p:nvSpPr>
        <p:spPr>
          <a:xfrm>
            <a:off x="2895600" y="762000"/>
            <a:ext cx="8610600" cy="1295400"/>
          </a:xfrm>
          <a:prstGeom prst="rect">
            <a:avLst/>
          </a:prstGeom>
          <a:noFill/>
          <a:ln>
            <a:noFill/>
          </a:ln>
        </p:spPr>
        <p:txBody>
          <a:bodyPr anchorCtr="0" anchor="ctr" bIns="91425" lIns="91425" spcFirstLastPara="1" rIns="91425" wrap="square" tIns="91425">
            <a:noAutofit/>
          </a:bodyPr>
          <a:lstStyle>
            <a:lvl1pPr indent="0" lvl="0" marL="0" marR="0" rtl="0" algn="r">
              <a:lnSpc>
                <a:spcPct val="90000"/>
              </a:lnSpc>
              <a:spcBef>
                <a:spcPts val="0"/>
              </a:spcBef>
              <a:spcAft>
                <a:spcPts val="0"/>
              </a:spcAft>
              <a:buClr>
                <a:schemeClr val="lt1"/>
              </a:buClr>
              <a:buSzPts val="1400"/>
              <a:buFont typeface="Century Gothic"/>
              <a:buNone/>
              <a:defRPr b="0" i="0" sz="4000" u="none" cap="none" strike="noStrike">
                <a:solidFill>
                  <a:schemeClr val="lt1"/>
                </a:solidFill>
                <a:latin typeface="Century Gothic"/>
                <a:ea typeface="Century Gothic"/>
                <a:cs typeface="Century Gothic"/>
                <a:sym typeface="Century Gothic"/>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41" name="Google Shape;41;p6"/>
          <p:cNvSpPr txBox="1"/>
          <p:nvPr>
            <p:ph idx="1" type="body"/>
          </p:nvPr>
        </p:nvSpPr>
        <p:spPr>
          <a:xfrm>
            <a:off x="914409" y="2183802"/>
            <a:ext cx="5079991" cy="823912"/>
          </a:xfrm>
          <a:prstGeom prst="rect">
            <a:avLst/>
          </a:prstGeom>
          <a:noFill/>
          <a:ln>
            <a:noFill/>
          </a:ln>
        </p:spPr>
        <p:txBody>
          <a:bodyPr anchorCtr="0" anchor="b" bIns="91425" lIns="91425" spcFirstLastPara="1" rIns="91425" wrap="square" tIns="91425">
            <a:noAutofit/>
          </a:bodyPr>
          <a:lstStyle>
            <a:lvl1pPr indent="-228600" lvl="0" marL="457200" marR="0" rtl="0" algn="l">
              <a:lnSpc>
                <a:spcPct val="90000"/>
              </a:lnSpc>
              <a:spcBef>
                <a:spcPts val="1000"/>
              </a:spcBef>
              <a:spcAft>
                <a:spcPts val="0"/>
              </a:spcAft>
              <a:buClr>
                <a:schemeClr val="lt1"/>
              </a:buClr>
              <a:buSzPts val="2200"/>
              <a:buFont typeface="Arial"/>
              <a:buNone/>
              <a:defRPr b="0" i="0" sz="2800" u="none" cap="none" strike="noStrike">
                <a:solidFill>
                  <a:schemeClr val="lt1"/>
                </a:solidFill>
                <a:latin typeface="Century Gothic"/>
                <a:ea typeface="Century Gothic"/>
                <a:cs typeface="Century Gothic"/>
                <a:sym typeface="Century Gothic"/>
              </a:defRPr>
            </a:lvl1pPr>
            <a:lvl2pPr indent="-228600" lvl="1" marL="914400" marR="0" rtl="0" algn="l">
              <a:lnSpc>
                <a:spcPct val="90000"/>
              </a:lnSpc>
              <a:spcBef>
                <a:spcPts val="500"/>
              </a:spcBef>
              <a:spcAft>
                <a:spcPts val="0"/>
              </a:spcAft>
              <a:buClr>
                <a:schemeClr val="lt1"/>
              </a:buClr>
              <a:buSzPts val="2000"/>
              <a:buFont typeface="Arial"/>
              <a:buNone/>
              <a:defRPr b="1" i="0" sz="2000" u="none" cap="none" strike="noStrike">
                <a:solidFill>
                  <a:schemeClr val="lt1"/>
                </a:solidFill>
                <a:latin typeface="Century Gothic"/>
                <a:ea typeface="Century Gothic"/>
                <a:cs typeface="Century Gothic"/>
                <a:sym typeface="Century Gothic"/>
              </a:defRPr>
            </a:lvl2pPr>
            <a:lvl3pPr indent="-228600" lvl="2" marL="1371600" marR="0" rtl="0" algn="l">
              <a:lnSpc>
                <a:spcPct val="90000"/>
              </a:lnSpc>
              <a:spcBef>
                <a:spcPts val="500"/>
              </a:spcBef>
              <a:spcAft>
                <a:spcPts val="0"/>
              </a:spcAft>
              <a:buClr>
                <a:schemeClr val="lt1"/>
              </a:buClr>
              <a:buSzPts val="1800"/>
              <a:buFont typeface="Arial"/>
              <a:buNone/>
              <a:defRPr b="1" i="0" sz="1800" u="none" cap="none" strike="noStrike">
                <a:solidFill>
                  <a:schemeClr val="lt1"/>
                </a:solidFill>
                <a:latin typeface="Century Gothic"/>
                <a:ea typeface="Century Gothic"/>
                <a:cs typeface="Century Gothic"/>
                <a:sym typeface="Century Gothic"/>
              </a:defRPr>
            </a:lvl3pPr>
            <a:lvl4pPr indent="-228600" lvl="3" marL="18288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4pPr>
            <a:lvl5pPr indent="-228600" lvl="4" marL="22860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5pPr>
            <a:lvl6pPr indent="-228600" lvl="5" marL="27432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6pPr>
            <a:lvl7pPr indent="-228600" lvl="6" marL="32004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7pPr>
            <a:lvl8pPr indent="-228600" lvl="7" marL="36576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8pPr>
            <a:lvl9pPr indent="-228600" lvl="8" marL="41148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9pPr>
          </a:lstStyle>
          <a:p/>
        </p:txBody>
      </p:sp>
      <p:sp>
        <p:nvSpPr>
          <p:cNvPr id="42" name="Google Shape;42;p6"/>
          <p:cNvSpPr txBox="1"/>
          <p:nvPr>
            <p:ph idx="2" type="body"/>
          </p:nvPr>
        </p:nvSpPr>
        <p:spPr>
          <a:xfrm>
            <a:off x="685800" y="3132666"/>
            <a:ext cx="5311775" cy="3086019"/>
          </a:xfrm>
          <a:prstGeom prst="rect">
            <a:avLst/>
          </a:prstGeom>
          <a:noFill/>
          <a:ln>
            <a:noFill/>
          </a:ln>
        </p:spPr>
        <p:txBody>
          <a:bodyPr anchorCtr="0" anchor="t" bIns="91425" lIns="91425" spcFirstLastPara="1" rIns="91425" wrap="square" tIns="91425">
            <a:noAutofit/>
          </a:bodyPr>
          <a:lstStyle>
            <a:lvl1pPr indent="-368300" lvl="0" marL="457200" marR="0" rtl="0" algn="l">
              <a:lnSpc>
                <a:spcPct val="90000"/>
              </a:lnSpc>
              <a:spcBef>
                <a:spcPts val="1000"/>
              </a:spcBef>
              <a:spcAft>
                <a:spcPts val="0"/>
              </a:spcAft>
              <a:buClr>
                <a:schemeClr val="lt1"/>
              </a:buClr>
              <a:buSzPts val="2200"/>
              <a:buFont typeface="Arial"/>
              <a:buChar char="•"/>
              <a:defRPr b="0" i="0" sz="2200" u="none" cap="none" strike="noStrike">
                <a:solidFill>
                  <a:schemeClr val="lt1"/>
                </a:solidFill>
                <a:latin typeface="Century Gothic"/>
                <a:ea typeface="Century Gothic"/>
                <a:cs typeface="Century Gothic"/>
                <a:sym typeface="Century Gothic"/>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entury Gothic"/>
                <a:ea typeface="Century Gothic"/>
                <a:cs typeface="Century Gothic"/>
                <a:sym typeface="Century Gothic"/>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entury Gothic"/>
                <a:ea typeface="Century Gothic"/>
                <a:cs typeface="Century Gothic"/>
                <a:sym typeface="Century Gothic"/>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5pPr>
            <a:lvl6pPr indent="-330200" lvl="5" marL="27432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6pPr>
            <a:lvl7pPr indent="-330200" lvl="6" marL="32004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7pPr>
            <a:lvl8pPr indent="-330200" lvl="7" marL="36576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8pPr>
            <a:lvl9pPr indent="-330200" lvl="8" marL="4114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9pPr>
          </a:lstStyle>
          <a:p/>
        </p:txBody>
      </p:sp>
      <p:sp>
        <p:nvSpPr>
          <p:cNvPr id="43" name="Google Shape;43;p6"/>
          <p:cNvSpPr txBox="1"/>
          <p:nvPr>
            <p:ph idx="3" type="body"/>
          </p:nvPr>
        </p:nvSpPr>
        <p:spPr>
          <a:xfrm>
            <a:off x="6400800" y="2183802"/>
            <a:ext cx="5105400" cy="823912"/>
          </a:xfrm>
          <a:prstGeom prst="rect">
            <a:avLst/>
          </a:prstGeom>
          <a:noFill/>
          <a:ln>
            <a:noFill/>
          </a:ln>
        </p:spPr>
        <p:txBody>
          <a:bodyPr anchorCtr="0" anchor="b" bIns="91425" lIns="91425" spcFirstLastPara="1" rIns="91425" wrap="square" tIns="91425">
            <a:noAutofit/>
          </a:bodyPr>
          <a:lstStyle>
            <a:lvl1pPr indent="-228600" lvl="0" marL="457200" marR="0" rtl="0" algn="l">
              <a:lnSpc>
                <a:spcPct val="90000"/>
              </a:lnSpc>
              <a:spcBef>
                <a:spcPts val="1000"/>
              </a:spcBef>
              <a:spcAft>
                <a:spcPts val="0"/>
              </a:spcAft>
              <a:buClr>
                <a:schemeClr val="lt1"/>
              </a:buClr>
              <a:buSzPts val="2200"/>
              <a:buFont typeface="Arial"/>
              <a:buNone/>
              <a:defRPr b="0" i="0" sz="2800" u="none" cap="none" strike="noStrike">
                <a:solidFill>
                  <a:schemeClr val="lt1"/>
                </a:solidFill>
                <a:latin typeface="Century Gothic"/>
                <a:ea typeface="Century Gothic"/>
                <a:cs typeface="Century Gothic"/>
                <a:sym typeface="Century Gothic"/>
              </a:defRPr>
            </a:lvl1pPr>
            <a:lvl2pPr indent="-228600" lvl="1" marL="914400" marR="0" rtl="0" algn="l">
              <a:lnSpc>
                <a:spcPct val="90000"/>
              </a:lnSpc>
              <a:spcBef>
                <a:spcPts val="500"/>
              </a:spcBef>
              <a:spcAft>
                <a:spcPts val="0"/>
              </a:spcAft>
              <a:buClr>
                <a:schemeClr val="lt1"/>
              </a:buClr>
              <a:buSzPts val="2000"/>
              <a:buFont typeface="Arial"/>
              <a:buNone/>
              <a:defRPr b="1" i="0" sz="2000" u="none" cap="none" strike="noStrike">
                <a:solidFill>
                  <a:schemeClr val="lt1"/>
                </a:solidFill>
                <a:latin typeface="Century Gothic"/>
                <a:ea typeface="Century Gothic"/>
                <a:cs typeface="Century Gothic"/>
                <a:sym typeface="Century Gothic"/>
              </a:defRPr>
            </a:lvl2pPr>
            <a:lvl3pPr indent="-228600" lvl="2" marL="1371600" marR="0" rtl="0" algn="l">
              <a:lnSpc>
                <a:spcPct val="90000"/>
              </a:lnSpc>
              <a:spcBef>
                <a:spcPts val="500"/>
              </a:spcBef>
              <a:spcAft>
                <a:spcPts val="0"/>
              </a:spcAft>
              <a:buClr>
                <a:schemeClr val="lt1"/>
              </a:buClr>
              <a:buSzPts val="1800"/>
              <a:buFont typeface="Arial"/>
              <a:buNone/>
              <a:defRPr b="1" i="0" sz="1800" u="none" cap="none" strike="noStrike">
                <a:solidFill>
                  <a:schemeClr val="lt1"/>
                </a:solidFill>
                <a:latin typeface="Century Gothic"/>
                <a:ea typeface="Century Gothic"/>
                <a:cs typeface="Century Gothic"/>
                <a:sym typeface="Century Gothic"/>
              </a:defRPr>
            </a:lvl3pPr>
            <a:lvl4pPr indent="-228600" lvl="3" marL="18288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4pPr>
            <a:lvl5pPr indent="-228600" lvl="4" marL="22860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5pPr>
            <a:lvl6pPr indent="-228600" lvl="5" marL="27432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6pPr>
            <a:lvl7pPr indent="-228600" lvl="6" marL="32004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7pPr>
            <a:lvl8pPr indent="-228600" lvl="7" marL="36576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8pPr>
            <a:lvl9pPr indent="-228600" lvl="8" marL="41148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9pPr>
          </a:lstStyle>
          <a:p/>
        </p:txBody>
      </p:sp>
      <p:sp>
        <p:nvSpPr>
          <p:cNvPr id="44" name="Google Shape;44;p6"/>
          <p:cNvSpPr txBox="1"/>
          <p:nvPr>
            <p:ph idx="4" type="body"/>
          </p:nvPr>
        </p:nvSpPr>
        <p:spPr>
          <a:xfrm>
            <a:off x="6172200" y="3132666"/>
            <a:ext cx="5334000" cy="3086019"/>
          </a:xfrm>
          <a:prstGeom prst="rect">
            <a:avLst/>
          </a:prstGeom>
          <a:noFill/>
          <a:ln>
            <a:noFill/>
          </a:ln>
        </p:spPr>
        <p:txBody>
          <a:bodyPr anchorCtr="0" anchor="t" bIns="91425" lIns="91425" spcFirstLastPara="1" rIns="91425" wrap="square" tIns="91425">
            <a:noAutofit/>
          </a:bodyPr>
          <a:lstStyle>
            <a:lvl1pPr indent="-368300" lvl="0" marL="457200" marR="0" rtl="0" algn="l">
              <a:lnSpc>
                <a:spcPct val="90000"/>
              </a:lnSpc>
              <a:spcBef>
                <a:spcPts val="1000"/>
              </a:spcBef>
              <a:spcAft>
                <a:spcPts val="0"/>
              </a:spcAft>
              <a:buClr>
                <a:schemeClr val="lt1"/>
              </a:buClr>
              <a:buSzPts val="2200"/>
              <a:buFont typeface="Arial"/>
              <a:buChar char="•"/>
              <a:defRPr b="0" i="0" sz="2200" u="none" cap="none" strike="noStrike">
                <a:solidFill>
                  <a:schemeClr val="lt1"/>
                </a:solidFill>
                <a:latin typeface="Century Gothic"/>
                <a:ea typeface="Century Gothic"/>
                <a:cs typeface="Century Gothic"/>
                <a:sym typeface="Century Gothic"/>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entury Gothic"/>
                <a:ea typeface="Century Gothic"/>
                <a:cs typeface="Century Gothic"/>
                <a:sym typeface="Century Gothic"/>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entury Gothic"/>
                <a:ea typeface="Century Gothic"/>
                <a:cs typeface="Century Gothic"/>
                <a:sym typeface="Century Gothic"/>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5pPr>
            <a:lvl6pPr indent="-330200" lvl="5" marL="27432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6pPr>
            <a:lvl7pPr indent="-330200" lvl="6" marL="32004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7pPr>
            <a:lvl8pPr indent="-330200" lvl="7" marL="36576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8pPr>
            <a:lvl9pPr indent="-330200" lvl="8" marL="4114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9pPr>
          </a:lstStyle>
          <a:p/>
        </p:txBody>
      </p:sp>
      <p:sp>
        <p:nvSpPr>
          <p:cNvPr id="45" name="Google Shape;45;p6"/>
          <p:cNvSpPr txBox="1"/>
          <p:nvPr>
            <p:ph idx="10" type="dt"/>
          </p:nvPr>
        </p:nvSpPr>
        <p:spPr>
          <a:xfrm>
            <a:off x="8595360" y="6356350"/>
            <a:ext cx="2910840" cy="365125"/>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46" name="Google Shape;46;p6"/>
          <p:cNvSpPr txBox="1"/>
          <p:nvPr>
            <p:ph idx="11" type="ftr"/>
          </p:nvPr>
        </p:nvSpPr>
        <p:spPr>
          <a:xfrm>
            <a:off x="685800" y="6355845"/>
            <a:ext cx="77724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47" name="Google Shape;47;p6"/>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lt1"/>
                </a:solidFill>
                <a:latin typeface="Century Gothic"/>
                <a:ea typeface="Century Gothic"/>
                <a:cs typeface="Century Gothic"/>
                <a:sym typeface="Century Gothic"/>
              </a:defRPr>
            </a:lvl1pPr>
            <a:lvl2pPr indent="0" lvl="1" marL="0" marR="0" rtl="0" algn="r">
              <a:spcBef>
                <a:spcPts val="0"/>
              </a:spcBef>
              <a:buNone/>
              <a:defRPr b="0" i="0" sz="1050" u="none" cap="none" strike="noStrike">
                <a:solidFill>
                  <a:schemeClr val="lt1"/>
                </a:solidFill>
                <a:latin typeface="Century Gothic"/>
                <a:ea typeface="Century Gothic"/>
                <a:cs typeface="Century Gothic"/>
                <a:sym typeface="Century Gothic"/>
              </a:defRPr>
            </a:lvl2pPr>
            <a:lvl3pPr indent="0" lvl="2" marL="0" marR="0" rtl="0" algn="r">
              <a:spcBef>
                <a:spcPts val="0"/>
              </a:spcBef>
              <a:buNone/>
              <a:defRPr b="0" i="0" sz="1050" u="none" cap="none" strike="noStrike">
                <a:solidFill>
                  <a:schemeClr val="lt1"/>
                </a:solidFill>
                <a:latin typeface="Century Gothic"/>
                <a:ea typeface="Century Gothic"/>
                <a:cs typeface="Century Gothic"/>
                <a:sym typeface="Century Gothic"/>
              </a:defRPr>
            </a:lvl3pPr>
            <a:lvl4pPr indent="0" lvl="3" marL="0" marR="0" rtl="0" algn="r">
              <a:spcBef>
                <a:spcPts val="0"/>
              </a:spcBef>
              <a:buNone/>
              <a:defRPr b="0" i="0" sz="1050" u="none" cap="none" strike="noStrike">
                <a:solidFill>
                  <a:schemeClr val="lt1"/>
                </a:solidFill>
                <a:latin typeface="Century Gothic"/>
                <a:ea typeface="Century Gothic"/>
                <a:cs typeface="Century Gothic"/>
                <a:sym typeface="Century Gothic"/>
              </a:defRPr>
            </a:lvl4pPr>
            <a:lvl5pPr indent="0" lvl="4" marL="0" marR="0" rtl="0" algn="r">
              <a:spcBef>
                <a:spcPts val="0"/>
              </a:spcBef>
              <a:buNone/>
              <a:defRPr b="0" i="0" sz="1050" u="none" cap="none" strike="noStrike">
                <a:solidFill>
                  <a:schemeClr val="lt1"/>
                </a:solidFill>
                <a:latin typeface="Century Gothic"/>
                <a:ea typeface="Century Gothic"/>
                <a:cs typeface="Century Gothic"/>
                <a:sym typeface="Century Gothic"/>
              </a:defRPr>
            </a:lvl5pPr>
            <a:lvl6pPr indent="0" lvl="5" marL="0" marR="0" rtl="0" algn="r">
              <a:spcBef>
                <a:spcPts val="0"/>
              </a:spcBef>
              <a:buNone/>
              <a:defRPr b="0" i="0" sz="1050" u="none" cap="none" strike="noStrike">
                <a:solidFill>
                  <a:schemeClr val="lt1"/>
                </a:solidFill>
                <a:latin typeface="Century Gothic"/>
                <a:ea typeface="Century Gothic"/>
                <a:cs typeface="Century Gothic"/>
                <a:sym typeface="Century Gothic"/>
              </a:defRPr>
            </a:lvl6pPr>
            <a:lvl7pPr indent="0" lvl="6" marL="0" marR="0" rtl="0" algn="r">
              <a:spcBef>
                <a:spcPts val="0"/>
              </a:spcBef>
              <a:buNone/>
              <a:defRPr b="0" i="0" sz="1050" u="none" cap="none" strike="noStrike">
                <a:solidFill>
                  <a:schemeClr val="lt1"/>
                </a:solidFill>
                <a:latin typeface="Century Gothic"/>
                <a:ea typeface="Century Gothic"/>
                <a:cs typeface="Century Gothic"/>
                <a:sym typeface="Century Gothic"/>
              </a:defRPr>
            </a:lvl7pPr>
            <a:lvl8pPr indent="0" lvl="7" marL="0" marR="0" rtl="0" algn="r">
              <a:spcBef>
                <a:spcPts val="0"/>
              </a:spcBef>
              <a:buNone/>
              <a:defRPr b="0" i="0" sz="1050" u="none" cap="none" strike="noStrike">
                <a:solidFill>
                  <a:schemeClr val="lt1"/>
                </a:solidFill>
                <a:latin typeface="Century Gothic"/>
                <a:ea typeface="Century Gothic"/>
                <a:cs typeface="Century Gothic"/>
                <a:sym typeface="Century Gothic"/>
              </a:defRPr>
            </a:lvl8pPr>
            <a:lvl9pPr indent="0" lvl="8" marL="0" marR="0" rtl="0" algn="r">
              <a:spcBef>
                <a:spcPts val="0"/>
              </a:spcBef>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8" name="Shape 48"/>
        <p:cNvGrpSpPr/>
        <p:nvPr/>
      </p:nvGrpSpPr>
      <p:grpSpPr>
        <a:xfrm>
          <a:off x="0" y="0"/>
          <a:ext cx="0" cy="0"/>
          <a:chOff x="0" y="0"/>
          <a:chExt cx="0" cy="0"/>
        </a:xfrm>
      </p:grpSpPr>
      <p:sp>
        <p:nvSpPr>
          <p:cNvPr id="49" name="Google Shape;49;p7"/>
          <p:cNvSpPr txBox="1"/>
          <p:nvPr>
            <p:ph type="title"/>
          </p:nvPr>
        </p:nvSpPr>
        <p:spPr>
          <a:xfrm>
            <a:off x="2895600" y="764373"/>
            <a:ext cx="8610600" cy="1293028"/>
          </a:xfrm>
          <a:prstGeom prst="rect">
            <a:avLst/>
          </a:prstGeom>
          <a:noFill/>
          <a:ln>
            <a:noFill/>
          </a:ln>
        </p:spPr>
        <p:txBody>
          <a:bodyPr anchorCtr="0" anchor="ctr" bIns="91425" lIns="91425" spcFirstLastPara="1" rIns="91425" wrap="square" tIns="91425">
            <a:noAutofit/>
          </a:bodyPr>
          <a:lstStyle>
            <a:lvl1pPr indent="0" lvl="0" marL="0" marR="0" rtl="0" algn="r">
              <a:lnSpc>
                <a:spcPct val="90000"/>
              </a:lnSpc>
              <a:spcBef>
                <a:spcPts val="0"/>
              </a:spcBef>
              <a:spcAft>
                <a:spcPts val="0"/>
              </a:spcAft>
              <a:buClr>
                <a:schemeClr val="lt1"/>
              </a:buClr>
              <a:buSzPts val="1400"/>
              <a:buFont typeface="Century Gothic"/>
              <a:buNone/>
              <a:defRPr b="0" i="0" sz="4000" u="none" cap="none" strike="noStrike">
                <a:solidFill>
                  <a:schemeClr val="lt1"/>
                </a:solidFill>
                <a:latin typeface="Century Gothic"/>
                <a:ea typeface="Century Gothic"/>
                <a:cs typeface="Century Gothic"/>
                <a:sym typeface="Century Gothic"/>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50" name="Google Shape;50;p7"/>
          <p:cNvSpPr txBox="1"/>
          <p:nvPr>
            <p:ph idx="10" type="dt"/>
          </p:nvPr>
        </p:nvSpPr>
        <p:spPr>
          <a:xfrm>
            <a:off x="8595360" y="6356350"/>
            <a:ext cx="2910840" cy="365125"/>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51" name="Google Shape;51;p7"/>
          <p:cNvSpPr txBox="1"/>
          <p:nvPr>
            <p:ph idx="11" type="ftr"/>
          </p:nvPr>
        </p:nvSpPr>
        <p:spPr>
          <a:xfrm>
            <a:off x="685800" y="6355845"/>
            <a:ext cx="77724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52" name="Google Shape;52;p7"/>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lt1"/>
                </a:solidFill>
                <a:latin typeface="Century Gothic"/>
                <a:ea typeface="Century Gothic"/>
                <a:cs typeface="Century Gothic"/>
                <a:sym typeface="Century Gothic"/>
              </a:defRPr>
            </a:lvl1pPr>
            <a:lvl2pPr indent="0" lvl="1" marL="0" marR="0" rtl="0" algn="r">
              <a:spcBef>
                <a:spcPts val="0"/>
              </a:spcBef>
              <a:buNone/>
              <a:defRPr b="0" i="0" sz="1050" u="none" cap="none" strike="noStrike">
                <a:solidFill>
                  <a:schemeClr val="lt1"/>
                </a:solidFill>
                <a:latin typeface="Century Gothic"/>
                <a:ea typeface="Century Gothic"/>
                <a:cs typeface="Century Gothic"/>
                <a:sym typeface="Century Gothic"/>
              </a:defRPr>
            </a:lvl2pPr>
            <a:lvl3pPr indent="0" lvl="2" marL="0" marR="0" rtl="0" algn="r">
              <a:spcBef>
                <a:spcPts val="0"/>
              </a:spcBef>
              <a:buNone/>
              <a:defRPr b="0" i="0" sz="1050" u="none" cap="none" strike="noStrike">
                <a:solidFill>
                  <a:schemeClr val="lt1"/>
                </a:solidFill>
                <a:latin typeface="Century Gothic"/>
                <a:ea typeface="Century Gothic"/>
                <a:cs typeface="Century Gothic"/>
                <a:sym typeface="Century Gothic"/>
              </a:defRPr>
            </a:lvl3pPr>
            <a:lvl4pPr indent="0" lvl="3" marL="0" marR="0" rtl="0" algn="r">
              <a:spcBef>
                <a:spcPts val="0"/>
              </a:spcBef>
              <a:buNone/>
              <a:defRPr b="0" i="0" sz="1050" u="none" cap="none" strike="noStrike">
                <a:solidFill>
                  <a:schemeClr val="lt1"/>
                </a:solidFill>
                <a:latin typeface="Century Gothic"/>
                <a:ea typeface="Century Gothic"/>
                <a:cs typeface="Century Gothic"/>
                <a:sym typeface="Century Gothic"/>
              </a:defRPr>
            </a:lvl4pPr>
            <a:lvl5pPr indent="0" lvl="4" marL="0" marR="0" rtl="0" algn="r">
              <a:spcBef>
                <a:spcPts val="0"/>
              </a:spcBef>
              <a:buNone/>
              <a:defRPr b="0" i="0" sz="1050" u="none" cap="none" strike="noStrike">
                <a:solidFill>
                  <a:schemeClr val="lt1"/>
                </a:solidFill>
                <a:latin typeface="Century Gothic"/>
                <a:ea typeface="Century Gothic"/>
                <a:cs typeface="Century Gothic"/>
                <a:sym typeface="Century Gothic"/>
              </a:defRPr>
            </a:lvl5pPr>
            <a:lvl6pPr indent="0" lvl="5" marL="0" marR="0" rtl="0" algn="r">
              <a:spcBef>
                <a:spcPts val="0"/>
              </a:spcBef>
              <a:buNone/>
              <a:defRPr b="0" i="0" sz="1050" u="none" cap="none" strike="noStrike">
                <a:solidFill>
                  <a:schemeClr val="lt1"/>
                </a:solidFill>
                <a:latin typeface="Century Gothic"/>
                <a:ea typeface="Century Gothic"/>
                <a:cs typeface="Century Gothic"/>
                <a:sym typeface="Century Gothic"/>
              </a:defRPr>
            </a:lvl6pPr>
            <a:lvl7pPr indent="0" lvl="6" marL="0" marR="0" rtl="0" algn="r">
              <a:spcBef>
                <a:spcPts val="0"/>
              </a:spcBef>
              <a:buNone/>
              <a:defRPr b="0" i="0" sz="1050" u="none" cap="none" strike="noStrike">
                <a:solidFill>
                  <a:schemeClr val="lt1"/>
                </a:solidFill>
                <a:latin typeface="Century Gothic"/>
                <a:ea typeface="Century Gothic"/>
                <a:cs typeface="Century Gothic"/>
                <a:sym typeface="Century Gothic"/>
              </a:defRPr>
            </a:lvl7pPr>
            <a:lvl8pPr indent="0" lvl="7" marL="0" marR="0" rtl="0" algn="r">
              <a:spcBef>
                <a:spcPts val="0"/>
              </a:spcBef>
              <a:buNone/>
              <a:defRPr b="0" i="0" sz="1050" u="none" cap="none" strike="noStrike">
                <a:solidFill>
                  <a:schemeClr val="lt1"/>
                </a:solidFill>
                <a:latin typeface="Century Gothic"/>
                <a:ea typeface="Century Gothic"/>
                <a:cs typeface="Century Gothic"/>
                <a:sym typeface="Century Gothic"/>
              </a:defRPr>
            </a:lvl8pPr>
            <a:lvl9pPr indent="0" lvl="8" marL="0" marR="0" rtl="0" algn="r">
              <a:spcBef>
                <a:spcPts val="0"/>
              </a:spcBef>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3" name="Shape 53"/>
        <p:cNvGrpSpPr/>
        <p:nvPr/>
      </p:nvGrpSpPr>
      <p:grpSpPr>
        <a:xfrm>
          <a:off x="0" y="0"/>
          <a:ext cx="0" cy="0"/>
          <a:chOff x="0" y="0"/>
          <a:chExt cx="0" cy="0"/>
        </a:xfrm>
      </p:grpSpPr>
      <p:sp>
        <p:nvSpPr>
          <p:cNvPr id="54" name="Google Shape;54;p8"/>
          <p:cNvSpPr txBox="1"/>
          <p:nvPr>
            <p:ph idx="10" type="dt"/>
          </p:nvPr>
        </p:nvSpPr>
        <p:spPr>
          <a:xfrm>
            <a:off x="8595360" y="6356350"/>
            <a:ext cx="2910840" cy="365125"/>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55" name="Google Shape;55;p8"/>
          <p:cNvSpPr txBox="1"/>
          <p:nvPr>
            <p:ph idx="11" type="ftr"/>
          </p:nvPr>
        </p:nvSpPr>
        <p:spPr>
          <a:xfrm>
            <a:off x="685800" y="6355845"/>
            <a:ext cx="77724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56" name="Google Shape;56;p8"/>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lt1"/>
                </a:solidFill>
                <a:latin typeface="Century Gothic"/>
                <a:ea typeface="Century Gothic"/>
                <a:cs typeface="Century Gothic"/>
                <a:sym typeface="Century Gothic"/>
              </a:defRPr>
            </a:lvl1pPr>
            <a:lvl2pPr indent="0" lvl="1" marL="0" marR="0" rtl="0" algn="r">
              <a:spcBef>
                <a:spcPts val="0"/>
              </a:spcBef>
              <a:buNone/>
              <a:defRPr b="0" i="0" sz="1050" u="none" cap="none" strike="noStrike">
                <a:solidFill>
                  <a:schemeClr val="lt1"/>
                </a:solidFill>
                <a:latin typeface="Century Gothic"/>
                <a:ea typeface="Century Gothic"/>
                <a:cs typeface="Century Gothic"/>
                <a:sym typeface="Century Gothic"/>
              </a:defRPr>
            </a:lvl2pPr>
            <a:lvl3pPr indent="0" lvl="2" marL="0" marR="0" rtl="0" algn="r">
              <a:spcBef>
                <a:spcPts val="0"/>
              </a:spcBef>
              <a:buNone/>
              <a:defRPr b="0" i="0" sz="1050" u="none" cap="none" strike="noStrike">
                <a:solidFill>
                  <a:schemeClr val="lt1"/>
                </a:solidFill>
                <a:latin typeface="Century Gothic"/>
                <a:ea typeface="Century Gothic"/>
                <a:cs typeface="Century Gothic"/>
                <a:sym typeface="Century Gothic"/>
              </a:defRPr>
            </a:lvl3pPr>
            <a:lvl4pPr indent="0" lvl="3" marL="0" marR="0" rtl="0" algn="r">
              <a:spcBef>
                <a:spcPts val="0"/>
              </a:spcBef>
              <a:buNone/>
              <a:defRPr b="0" i="0" sz="1050" u="none" cap="none" strike="noStrike">
                <a:solidFill>
                  <a:schemeClr val="lt1"/>
                </a:solidFill>
                <a:latin typeface="Century Gothic"/>
                <a:ea typeface="Century Gothic"/>
                <a:cs typeface="Century Gothic"/>
                <a:sym typeface="Century Gothic"/>
              </a:defRPr>
            </a:lvl4pPr>
            <a:lvl5pPr indent="0" lvl="4" marL="0" marR="0" rtl="0" algn="r">
              <a:spcBef>
                <a:spcPts val="0"/>
              </a:spcBef>
              <a:buNone/>
              <a:defRPr b="0" i="0" sz="1050" u="none" cap="none" strike="noStrike">
                <a:solidFill>
                  <a:schemeClr val="lt1"/>
                </a:solidFill>
                <a:latin typeface="Century Gothic"/>
                <a:ea typeface="Century Gothic"/>
                <a:cs typeface="Century Gothic"/>
                <a:sym typeface="Century Gothic"/>
              </a:defRPr>
            </a:lvl5pPr>
            <a:lvl6pPr indent="0" lvl="5" marL="0" marR="0" rtl="0" algn="r">
              <a:spcBef>
                <a:spcPts val="0"/>
              </a:spcBef>
              <a:buNone/>
              <a:defRPr b="0" i="0" sz="1050" u="none" cap="none" strike="noStrike">
                <a:solidFill>
                  <a:schemeClr val="lt1"/>
                </a:solidFill>
                <a:latin typeface="Century Gothic"/>
                <a:ea typeface="Century Gothic"/>
                <a:cs typeface="Century Gothic"/>
                <a:sym typeface="Century Gothic"/>
              </a:defRPr>
            </a:lvl6pPr>
            <a:lvl7pPr indent="0" lvl="6" marL="0" marR="0" rtl="0" algn="r">
              <a:spcBef>
                <a:spcPts val="0"/>
              </a:spcBef>
              <a:buNone/>
              <a:defRPr b="0" i="0" sz="1050" u="none" cap="none" strike="noStrike">
                <a:solidFill>
                  <a:schemeClr val="lt1"/>
                </a:solidFill>
                <a:latin typeface="Century Gothic"/>
                <a:ea typeface="Century Gothic"/>
                <a:cs typeface="Century Gothic"/>
                <a:sym typeface="Century Gothic"/>
              </a:defRPr>
            </a:lvl7pPr>
            <a:lvl8pPr indent="0" lvl="7" marL="0" marR="0" rtl="0" algn="r">
              <a:spcBef>
                <a:spcPts val="0"/>
              </a:spcBef>
              <a:buNone/>
              <a:defRPr b="0" i="0" sz="1050" u="none" cap="none" strike="noStrike">
                <a:solidFill>
                  <a:schemeClr val="lt1"/>
                </a:solidFill>
                <a:latin typeface="Century Gothic"/>
                <a:ea typeface="Century Gothic"/>
                <a:cs typeface="Century Gothic"/>
                <a:sym typeface="Century Gothic"/>
              </a:defRPr>
            </a:lvl8pPr>
            <a:lvl9pPr indent="0" lvl="8" marL="0" marR="0" rtl="0" algn="r">
              <a:spcBef>
                <a:spcPts val="0"/>
              </a:spcBef>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7" name="Shape 57"/>
        <p:cNvGrpSpPr/>
        <p:nvPr/>
      </p:nvGrpSpPr>
      <p:grpSpPr>
        <a:xfrm>
          <a:off x="0" y="0"/>
          <a:ext cx="0" cy="0"/>
          <a:chOff x="0" y="0"/>
          <a:chExt cx="0" cy="0"/>
        </a:xfrm>
      </p:grpSpPr>
      <p:sp>
        <p:nvSpPr>
          <p:cNvPr id="58" name="Google Shape;58;p9"/>
          <p:cNvSpPr txBox="1"/>
          <p:nvPr>
            <p:ph type="title"/>
          </p:nvPr>
        </p:nvSpPr>
        <p:spPr>
          <a:xfrm>
            <a:off x="685800" y="1524000"/>
            <a:ext cx="4114800" cy="1600200"/>
          </a:xfrm>
          <a:prstGeom prst="rect">
            <a:avLst/>
          </a:prstGeom>
          <a:noFill/>
          <a:ln>
            <a:noFill/>
          </a:ln>
        </p:spPr>
        <p:txBody>
          <a:bodyPr anchorCtr="0" anchor="b" bIns="91425" lIns="91425" spcFirstLastPara="1" rIns="91425" wrap="square" tIns="91425">
            <a:noAutofit/>
          </a:bodyPr>
          <a:lstStyle>
            <a:lvl1pPr indent="0" lvl="0" marL="0" marR="0" rtl="0" algn="l">
              <a:lnSpc>
                <a:spcPct val="90000"/>
              </a:lnSpc>
              <a:spcBef>
                <a:spcPts val="0"/>
              </a:spcBef>
              <a:spcAft>
                <a:spcPts val="0"/>
              </a:spcAft>
              <a:buClr>
                <a:schemeClr val="lt1"/>
              </a:buClr>
              <a:buSzPts val="1400"/>
              <a:buFont typeface="Century Gothic"/>
              <a:buNone/>
              <a:defRPr b="0" i="0" sz="3200" u="none" cap="none" strike="noStrike">
                <a:solidFill>
                  <a:schemeClr val="lt1"/>
                </a:solidFill>
                <a:latin typeface="Century Gothic"/>
                <a:ea typeface="Century Gothic"/>
                <a:cs typeface="Century Gothic"/>
                <a:sym typeface="Century Gothic"/>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59" name="Google Shape;59;p9"/>
          <p:cNvSpPr txBox="1"/>
          <p:nvPr>
            <p:ph idx="1" type="body"/>
          </p:nvPr>
        </p:nvSpPr>
        <p:spPr>
          <a:xfrm>
            <a:off x="4995582" y="746759"/>
            <a:ext cx="6510618" cy="5471925"/>
          </a:xfrm>
          <a:prstGeom prst="rect">
            <a:avLst/>
          </a:prstGeom>
          <a:noFill/>
          <a:ln>
            <a:noFill/>
          </a:ln>
        </p:spPr>
        <p:txBody>
          <a:bodyPr anchorCtr="0" anchor="ctr" bIns="91425" lIns="91425" spcFirstLastPara="1" rIns="91425" wrap="square" tIns="91425">
            <a:noAutofit/>
          </a:bodyPr>
          <a:lstStyle>
            <a:lvl1pPr indent="-368300" lvl="0" marL="457200" marR="0" rtl="0" algn="l">
              <a:lnSpc>
                <a:spcPct val="90000"/>
              </a:lnSpc>
              <a:spcBef>
                <a:spcPts val="1000"/>
              </a:spcBef>
              <a:spcAft>
                <a:spcPts val="0"/>
              </a:spcAft>
              <a:buClr>
                <a:schemeClr val="lt1"/>
              </a:buClr>
              <a:buSzPts val="2200"/>
              <a:buFont typeface="Arial"/>
              <a:buChar char="•"/>
              <a:defRPr b="0" i="0" sz="2200" u="none" cap="none" strike="noStrike">
                <a:solidFill>
                  <a:schemeClr val="lt1"/>
                </a:solidFill>
                <a:latin typeface="Century Gothic"/>
                <a:ea typeface="Century Gothic"/>
                <a:cs typeface="Century Gothic"/>
                <a:sym typeface="Century Gothic"/>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entury Gothic"/>
                <a:ea typeface="Century Gothic"/>
                <a:cs typeface="Century Gothic"/>
                <a:sym typeface="Century Gothic"/>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entury Gothic"/>
                <a:ea typeface="Century Gothic"/>
                <a:cs typeface="Century Gothic"/>
                <a:sym typeface="Century Gothic"/>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5pPr>
            <a:lvl6pPr indent="-330200" lvl="5" marL="27432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6pPr>
            <a:lvl7pPr indent="-330200" lvl="6" marL="32004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7pPr>
            <a:lvl8pPr indent="-330200" lvl="7" marL="36576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8pPr>
            <a:lvl9pPr indent="-330200" lvl="8" marL="4114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9pPr>
          </a:lstStyle>
          <a:p/>
        </p:txBody>
      </p:sp>
      <p:sp>
        <p:nvSpPr>
          <p:cNvPr id="60" name="Google Shape;60;p9"/>
          <p:cNvSpPr txBox="1"/>
          <p:nvPr>
            <p:ph idx="2" type="body"/>
          </p:nvPr>
        </p:nvSpPr>
        <p:spPr>
          <a:xfrm>
            <a:off x="685800" y="3124199"/>
            <a:ext cx="4114800" cy="3094485"/>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lt1"/>
              </a:buClr>
              <a:buSzPts val="2200"/>
              <a:buFont typeface="Arial"/>
              <a:buNone/>
              <a:defRPr b="0" i="0" sz="1600" u="none" cap="none" strike="noStrike">
                <a:solidFill>
                  <a:schemeClr val="lt1"/>
                </a:solidFill>
                <a:latin typeface="Century Gothic"/>
                <a:ea typeface="Century Gothic"/>
                <a:cs typeface="Century Gothic"/>
                <a:sym typeface="Century Gothic"/>
              </a:defRPr>
            </a:lvl1pPr>
            <a:lvl2pPr indent="-228600" lvl="1" marL="914400" marR="0" rtl="0" algn="l">
              <a:lnSpc>
                <a:spcPct val="90000"/>
              </a:lnSpc>
              <a:spcBef>
                <a:spcPts val="500"/>
              </a:spcBef>
              <a:spcAft>
                <a:spcPts val="0"/>
              </a:spcAft>
              <a:buClr>
                <a:schemeClr val="lt1"/>
              </a:buClr>
              <a:buSzPts val="2000"/>
              <a:buFont typeface="Arial"/>
              <a:buNone/>
              <a:defRPr b="0" i="0" sz="1400" u="none" cap="none" strike="noStrike">
                <a:solidFill>
                  <a:schemeClr val="lt1"/>
                </a:solidFill>
                <a:latin typeface="Century Gothic"/>
                <a:ea typeface="Century Gothic"/>
                <a:cs typeface="Century Gothic"/>
                <a:sym typeface="Century Gothic"/>
              </a:defRPr>
            </a:lvl2pPr>
            <a:lvl3pPr indent="-228600" lvl="2" marL="1371600" marR="0" rtl="0" algn="l">
              <a:lnSpc>
                <a:spcPct val="90000"/>
              </a:lnSpc>
              <a:spcBef>
                <a:spcPts val="500"/>
              </a:spcBef>
              <a:spcAft>
                <a:spcPts val="0"/>
              </a:spcAft>
              <a:buClr>
                <a:schemeClr val="lt1"/>
              </a:buClr>
              <a:buSzPts val="1800"/>
              <a:buFont typeface="Arial"/>
              <a:buNone/>
              <a:defRPr b="0" i="0" sz="1200" u="none" cap="none" strike="noStrike">
                <a:solidFill>
                  <a:schemeClr val="lt1"/>
                </a:solidFill>
                <a:latin typeface="Century Gothic"/>
                <a:ea typeface="Century Gothic"/>
                <a:cs typeface="Century Gothic"/>
                <a:sym typeface="Century Gothic"/>
              </a:defRPr>
            </a:lvl3pPr>
            <a:lvl4pPr indent="-228600" lvl="3" marL="18288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4pPr>
            <a:lvl5pPr indent="-228600" lvl="4" marL="22860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5pPr>
            <a:lvl6pPr indent="-228600" lvl="5" marL="27432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6pPr>
            <a:lvl7pPr indent="-228600" lvl="6" marL="32004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7pPr>
            <a:lvl8pPr indent="-228600" lvl="7" marL="36576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8pPr>
            <a:lvl9pPr indent="-228600" lvl="8" marL="41148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9pPr>
          </a:lstStyle>
          <a:p/>
        </p:txBody>
      </p:sp>
      <p:sp>
        <p:nvSpPr>
          <p:cNvPr id="61" name="Google Shape;61;p9"/>
          <p:cNvSpPr txBox="1"/>
          <p:nvPr>
            <p:ph idx="10" type="dt"/>
          </p:nvPr>
        </p:nvSpPr>
        <p:spPr>
          <a:xfrm>
            <a:off x="8595360" y="6356350"/>
            <a:ext cx="2910840" cy="365125"/>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62" name="Google Shape;62;p9"/>
          <p:cNvSpPr txBox="1"/>
          <p:nvPr>
            <p:ph idx="11" type="ftr"/>
          </p:nvPr>
        </p:nvSpPr>
        <p:spPr>
          <a:xfrm>
            <a:off x="685800" y="6355845"/>
            <a:ext cx="77724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63" name="Google Shape;63;p9"/>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lt1"/>
                </a:solidFill>
                <a:latin typeface="Century Gothic"/>
                <a:ea typeface="Century Gothic"/>
                <a:cs typeface="Century Gothic"/>
                <a:sym typeface="Century Gothic"/>
              </a:defRPr>
            </a:lvl1pPr>
            <a:lvl2pPr indent="0" lvl="1" marL="0" marR="0" rtl="0" algn="r">
              <a:spcBef>
                <a:spcPts val="0"/>
              </a:spcBef>
              <a:buNone/>
              <a:defRPr b="0" i="0" sz="1050" u="none" cap="none" strike="noStrike">
                <a:solidFill>
                  <a:schemeClr val="lt1"/>
                </a:solidFill>
                <a:latin typeface="Century Gothic"/>
                <a:ea typeface="Century Gothic"/>
                <a:cs typeface="Century Gothic"/>
                <a:sym typeface="Century Gothic"/>
              </a:defRPr>
            </a:lvl2pPr>
            <a:lvl3pPr indent="0" lvl="2" marL="0" marR="0" rtl="0" algn="r">
              <a:spcBef>
                <a:spcPts val="0"/>
              </a:spcBef>
              <a:buNone/>
              <a:defRPr b="0" i="0" sz="1050" u="none" cap="none" strike="noStrike">
                <a:solidFill>
                  <a:schemeClr val="lt1"/>
                </a:solidFill>
                <a:latin typeface="Century Gothic"/>
                <a:ea typeface="Century Gothic"/>
                <a:cs typeface="Century Gothic"/>
                <a:sym typeface="Century Gothic"/>
              </a:defRPr>
            </a:lvl3pPr>
            <a:lvl4pPr indent="0" lvl="3" marL="0" marR="0" rtl="0" algn="r">
              <a:spcBef>
                <a:spcPts val="0"/>
              </a:spcBef>
              <a:buNone/>
              <a:defRPr b="0" i="0" sz="1050" u="none" cap="none" strike="noStrike">
                <a:solidFill>
                  <a:schemeClr val="lt1"/>
                </a:solidFill>
                <a:latin typeface="Century Gothic"/>
                <a:ea typeface="Century Gothic"/>
                <a:cs typeface="Century Gothic"/>
                <a:sym typeface="Century Gothic"/>
              </a:defRPr>
            </a:lvl4pPr>
            <a:lvl5pPr indent="0" lvl="4" marL="0" marR="0" rtl="0" algn="r">
              <a:spcBef>
                <a:spcPts val="0"/>
              </a:spcBef>
              <a:buNone/>
              <a:defRPr b="0" i="0" sz="1050" u="none" cap="none" strike="noStrike">
                <a:solidFill>
                  <a:schemeClr val="lt1"/>
                </a:solidFill>
                <a:latin typeface="Century Gothic"/>
                <a:ea typeface="Century Gothic"/>
                <a:cs typeface="Century Gothic"/>
                <a:sym typeface="Century Gothic"/>
              </a:defRPr>
            </a:lvl5pPr>
            <a:lvl6pPr indent="0" lvl="5" marL="0" marR="0" rtl="0" algn="r">
              <a:spcBef>
                <a:spcPts val="0"/>
              </a:spcBef>
              <a:buNone/>
              <a:defRPr b="0" i="0" sz="1050" u="none" cap="none" strike="noStrike">
                <a:solidFill>
                  <a:schemeClr val="lt1"/>
                </a:solidFill>
                <a:latin typeface="Century Gothic"/>
                <a:ea typeface="Century Gothic"/>
                <a:cs typeface="Century Gothic"/>
                <a:sym typeface="Century Gothic"/>
              </a:defRPr>
            </a:lvl6pPr>
            <a:lvl7pPr indent="0" lvl="6" marL="0" marR="0" rtl="0" algn="r">
              <a:spcBef>
                <a:spcPts val="0"/>
              </a:spcBef>
              <a:buNone/>
              <a:defRPr b="0" i="0" sz="1050" u="none" cap="none" strike="noStrike">
                <a:solidFill>
                  <a:schemeClr val="lt1"/>
                </a:solidFill>
                <a:latin typeface="Century Gothic"/>
                <a:ea typeface="Century Gothic"/>
                <a:cs typeface="Century Gothic"/>
                <a:sym typeface="Century Gothic"/>
              </a:defRPr>
            </a:lvl7pPr>
            <a:lvl8pPr indent="0" lvl="7" marL="0" marR="0" rtl="0" algn="r">
              <a:spcBef>
                <a:spcPts val="0"/>
              </a:spcBef>
              <a:buNone/>
              <a:defRPr b="0" i="0" sz="1050" u="none" cap="none" strike="noStrike">
                <a:solidFill>
                  <a:schemeClr val="lt1"/>
                </a:solidFill>
                <a:latin typeface="Century Gothic"/>
                <a:ea typeface="Century Gothic"/>
                <a:cs typeface="Century Gothic"/>
                <a:sym typeface="Century Gothic"/>
              </a:defRPr>
            </a:lvl8pPr>
            <a:lvl9pPr indent="0" lvl="8" marL="0" marR="0" rtl="0" algn="r">
              <a:spcBef>
                <a:spcPts val="0"/>
              </a:spcBef>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4" name="Shape 64"/>
        <p:cNvGrpSpPr/>
        <p:nvPr/>
      </p:nvGrpSpPr>
      <p:grpSpPr>
        <a:xfrm>
          <a:off x="0" y="0"/>
          <a:ext cx="0" cy="0"/>
          <a:chOff x="0" y="0"/>
          <a:chExt cx="0" cy="0"/>
        </a:xfrm>
      </p:grpSpPr>
      <p:sp>
        <p:nvSpPr>
          <p:cNvPr id="65" name="Google Shape;65;p10"/>
          <p:cNvSpPr txBox="1"/>
          <p:nvPr>
            <p:ph type="title"/>
          </p:nvPr>
        </p:nvSpPr>
        <p:spPr>
          <a:xfrm>
            <a:off x="685800" y="1524000"/>
            <a:ext cx="6873240" cy="1600200"/>
          </a:xfrm>
          <a:prstGeom prst="rect">
            <a:avLst/>
          </a:prstGeom>
          <a:noFill/>
          <a:ln>
            <a:noFill/>
          </a:ln>
        </p:spPr>
        <p:txBody>
          <a:bodyPr anchorCtr="0" anchor="b" bIns="91425" lIns="91425" spcFirstLastPara="1" rIns="91425" wrap="square" tIns="91425">
            <a:noAutofit/>
          </a:bodyPr>
          <a:lstStyle>
            <a:lvl1pPr indent="0" lvl="0" marL="0" marR="0" rtl="0" algn="l">
              <a:lnSpc>
                <a:spcPct val="90000"/>
              </a:lnSpc>
              <a:spcBef>
                <a:spcPts val="0"/>
              </a:spcBef>
              <a:spcAft>
                <a:spcPts val="0"/>
              </a:spcAft>
              <a:buClr>
                <a:schemeClr val="lt1"/>
              </a:buClr>
              <a:buSzPts val="1400"/>
              <a:buFont typeface="Century Gothic"/>
              <a:buNone/>
              <a:defRPr b="0" i="0" sz="3200" u="none" cap="none" strike="noStrike">
                <a:solidFill>
                  <a:schemeClr val="lt1"/>
                </a:solidFill>
                <a:latin typeface="Century Gothic"/>
                <a:ea typeface="Century Gothic"/>
                <a:cs typeface="Century Gothic"/>
                <a:sym typeface="Century Gothic"/>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66" name="Google Shape;66;p10"/>
          <p:cNvSpPr/>
          <p:nvPr>
            <p:ph idx="2" type="pic"/>
          </p:nvPr>
        </p:nvSpPr>
        <p:spPr>
          <a:xfrm>
            <a:off x="7861238" y="751241"/>
            <a:ext cx="3644962" cy="5467443"/>
          </a:xfrm>
          <a:prstGeom prst="rect">
            <a:avLst/>
          </a:prstGeom>
          <a:noFill/>
          <a:ln>
            <a:noFill/>
          </a:ln>
        </p:spPr>
        <p:txBody>
          <a:bodyPr anchorCtr="0" anchor="t" bIns="91425" lIns="91425" spcFirstLastPara="1" rIns="91425" wrap="square" tIns="91425">
            <a:noAutofit/>
          </a:bodyPr>
          <a:lstStyle>
            <a:lvl1pPr indent="0" lvl="0" marL="0" marR="0" rtl="0" algn="l">
              <a:lnSpc>
                <a:spcPct val="90000"/>
              </a:lnSpc>
              <a:spcBef>
                <a:spcPts val="1000"/>
              </a:spcBef>
              <a:spcAft>
                <a:spcPts val="0"/>
              </a:spcAft>
              <a:buClr>
                <a:schemeClr val="lt1"/>
              </a:buClr>
              <a:buSzPts val="1400"/>
              <a:buFont typeface="Arial"/>
              <a:buNone/>
              <a:defRPr b="0" i="0" sz="3200" u="none" cap="none" strike="noStrike">
                <a:solidFill>
                  <a:schemeClr val="lt1"/>
                </a:solidFill>
                <a:latin typeface="Century Gothic"/>
                <a:ea typeface="Century Gothic"/>
                <a:cs typeface="Century Gothic"/>
                <a:sym typeface="Century Gothic"/>
              </a:defRPr>
            </a:lvl1pPr>
            <a:lvl2pPr indent="0" lvl="1" marL="457200" marR="0" rtl="0" algn="l">
              <a:lnSpc>
                <a:spcPct val="90000"/>
              </a:lnSpc>
              <a:spcBef>
                <a:spcPts val="500"/>
              </a:spcBef>
              <a:spcAft>
                <a:spcPts val="0"/>
              </a:spcAft>
              <a:buClr>
                <a:schemeClr val="lt1"/>
              </a:buClr>
              <a:buSzPts val="1400"/>
              <a:buFont typeface="Arial"/>
              <a:buNone/>
              <a:defRPr b="0" i="0" sz="2800" u="none" cap="none" strike="noStrike">
                <a:solidFill>
                  <a:schemeClr val="lt1"/>
                </a:solidFill>
                <a:latin typeface="Century Gothic"/>
                <a:ea typeface="Century Gothic"/>
                <a:cs typeface="Century Gothic"/>
                <a:sym typeface="Century Gothic"/>
              </a:defRPr>
            </a:lvl2pPr>
            <a:lvl3pPr indent="0" lvl="2" marL="914400" marR="0" rtl="0" algn="l">
              <a:lnSpc>
                <a:spcPct val="90000"/>
              </a:lnSpc>
              <a:spcBef>
                <a:spcPts val="500"/>
              </a:spcBef>
              <a:spcAft>
                <a:spcPts val="0"/>
              </a:spcAft>
              <a:buClr>
                <a:schemeClr val="lt1"/>
              </a:buClr>
              <a:buSzPts val="1400"/>
              <a:buFont typeface="Arial"/>
              <a:buNone/>
              <a:defRPr b="0" i="0" sz="2400" u="none" cap="none" strike="noStrike">
                <a:solidFill>
                  <a:schemeClr val="lt1"/>
                </a:solidFill>
                <a:latin typeface="Century Gothic"/>
                <a:ea typeface="Century Gothic"/>
                <a:cs typeface="Century Gothic"/>
                <a:sym typeface="Century Gothic"/>
              </a:defRPr>
            </a:lvl3pPr>
            <a:lvl4pPr indent="0" lvl="3" marL="1371600" marR="0" rtl="0" algn="l">
              <a:lnSpc>
                <a:spcPct val="90000"/>
              </a:lnSpc>
              <a:spcBef>
                <a:spcPts val="500"/>
              </a:spcBef>
              <a:spcAft>
                <a:spcPts val="0"/>
              </a:spcAft>
              <a:buClr>
                <a:schemeClr val="lt1"/>
              </a:buClr>
              <a:buSzPts val="1400"/>
              <a:buFont typeface="Arial"/>
              <a:buNone/>
              <a:defRPr b="0" i="0" sz="2000" u="none" cap="none" strike="noStrike">
                <a:solidFill>
                  <a:schemeClr val="lt1"/>
                </a:solidFill>
                <a:latin typeface="Century Gothic"/>
                <a:ea typeface="Century Gothic"/>
                <a:cs typeface="Century Gothic"/>
                <a:sym typeface="Century Gothic"/>
              </a:defRPr>
            </a:lvl4pPr>
            <a:lvl5pPr indent="0" lvl="4" marL="1828800" marR="0" rtl="0" algn="l">
              <a:lnSpc>
                <a:spcPct val="90000"/>
              </a:lnSpc>
              <a:spcBef>
                <a:spcPts val="500"/>
              </a:spcBef>
              <a:spcAft>
                <a:spcPts val="0"/>
              </a:spcAft>
              <a:buClr>
                <a:schemeClr val="lt1"/>
              </a:buClr>
              <a:buSzPts val="1400"/>
              <a:buFont typeface="Arial"/>
              <a:buNone/>
              <a:defRPr b="0" i="0" sz="2000" u="none" cap="none" strike="noStrike">
                <a:solidFill>
                  <a:schemeClr val="lt1"/>
                </a:solidFill>
                <a:latin typeface="Century Gothic"/>
                <a:ea typeface="Century Gothic"/>
                <a:cs typeface="Century Gothic"/>
                <a:sym typeface="Century Gothic"/>
              </a:defRPr>
            </a:lvl5pPr>
            <a:lvl6pPr indent="0" lvl="5" marL="2286000" marR="0" rtl="0" algn="l">
              <a:lnSpc>
                <a:spcPct val="90000"/>
              </a:lnSpc>
              <a:spcBef>
                <a:spcPts val="500"/>
              </a:spcBef>
              <a:spcAft>
                <a:spcPts val="0"/>
              </a:spcAft>
              <a:buClr>
                <a:schemeClr val="lt1"/>
              </a:buClr>
              <a:buSzPts val="1400"/>
              <a:buFont typeface="Arial"/>
              <a:buNone/>
              <a:defRPr b="0" i="0" sz="2000" u="none" cap="none" strike="noStrike">
                <a:solidFill>
                  <a:schemeClr val="lt1"/>
                </a:solidFill>
                <a:latin typeface="Century Gothic"/>
                <a:ea typeface="Century Gothic"/>
                <a:cs typeface="Century Gothic"/>
                <a:sym typeface="Century Gothic"/>
              </a:defRPr>
            </a:lvl6pPr>
            <a:lvl7pPr indent="0" lvl="6" marL="2743200" marR="0" rtl="0" algn="l">
              <a:lnSpc>
                <a:spcPct val="90000"/>
              </a:lnSpc>
              <a:spcBef>
                <a:spcPts val="500"/>
              </a:spcBef>
              <a:spcAft>
                <a:spcPts val="0"/>
              </a:spcAft>
              <a:buClr>
                <a:schemeClr val="lt1"/>
              </a:buClr>
              <a:buSzPts val="1400"/>
              <a:buFont typeface="Arial"/>
              <a:buNone/>
              <a:defRPr b="0" i="0" sz="2000" u="none" cap="none" strike="noStrike">
                <a:solidFill>
                  <a:schemeClr val="lt1"/>
                </a:solidFill>
                <a:latin typeface="Century Gothic"/>
                <a:ea typeface="Century Gothic"/>
                <a:cs typeface="Century Gothic"/>
                <a:sym typeface="Century Gothic"/>
              </a:defRPr>
            </a:lvl7pPr>
            <a:lvl8pPr indent="0" lvl="7" marL="3200400" marR="0" rtl="0" algn="l">
              <a:lnSpc>
                <a:spcPct val="90000"/>
              </a:lnSpc>
              <a:spcBef>
                <a:spcPts val="500"/>
              </a:spcBef>
              <a:spcAft>
                <a:spcPts val="0"/>
              </a:spcAft>
              <a:buClr>
                <a:schemeClr val="lt1"/>
              </a:buClr>
              <a:buSzPts val="1400"/>
              <a:buFont typeface="Arial"/>
              <a:buNone/>
              <a:defRPr b="0" i="0" sz="2000" u="none" cap="none" strike="noStrike">
                <a:solidFill>
                  <a:schemeClr val="lt1"/>
                </a:solidFill>
                <a:latin typeface="Century Gothic"/>
                <a:ea typeface="Century Gothic"/>
                <a:cs typeface="Century Gothic"/>
                <a:sym typeface="Century Gothic"/>
              </a:defRPr>
            </a:lvl8pPr>
            <a:lvl9pPr indent="0" lvl="8" marL="3657600" marR="0" rtl="0" algn="l">
              <a:lnSpc>
                <a:spcPct val="90000"/>
              </a:lnSpc>
              <a:spcBef>
                <a:spcPts val="500"/>
              </a:spcBef>
              <a:spcAft>
                <a:spcPts val="0"/>
              </a:spcAft>
              <a:buClr>
                <a:schemeClr val="lt1"/>
              </a:buClr>
              <a:buSzPts val="1400"/>
              <a:buFont typeface="Arial"/>
              <a:buNone/>
              <a:defRPr b="0" i="0" sz="2000" u="none" cap="none" strike="noStrike">
                <a:solidFill>
                  <a:schemeClr val="lt1"/>
                </a:solidFill>
                <a:latin typeface="Century Gothic"/>
                <a:ea typeface="Century Gothic"/>
                <a:cs typeface="Century Gothic"/>
                <a:sym typeface="Century Gothic"/>
              </a:defRPr>
            </a:lvl9pPr>
          </a:lstStyle>
          <a:p/>
        </p:txBody>
      </p:sp>
      <p:sp>
        <p:nvSpPr>
          <p:cNvPr id="67" name="Google Shape;67;p10"/>
          <p:cNvSpPr txBox="1"/>
          <p:nvPr>
            <p:ph idx="1" type="body"/>
          </p:nvPr>
        </p:nvSpPr>
        <p:spPr>
          <a:xfrm>
            <a:off x="685800" y="3124199"/>
            <a:ext cx="6873240" cy="3094485"/>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lt1"/>
              </a:buClr>
              <a:buSzPts val="2200"/>
              <a:buFont typeface="Arial"/>
              <a:buNone/>
              <a:defRPr b="0" i="0" sz="1600" u="none" cap="none" strike="noStrike">
                <a:solidFill>
                  <a:schemeClr val="lt1"/>
                </a:solidFill>
                <a:latin typeface="Century Gothic"/>
                <a:ea typeface="Century Gothic"/>
                <a:cs typeface="Century Gothic"/>
                <a:sym typeface="Century Gothic"/>
              </a:defRPr>
            </a:lvl1pPr>
            <a:lvl2pPr indent="-228600" lvl="1" marL="914400" marR="0" rtl="0" algn="l">
              <a:lnSpc>
                <a:spcPct val="90000"/>
              </a:lnSpc>
              <a:spcBef>
                <a:spcPts val="500"/>
              </a:spcBef>
              <a:spcAft>
                <a:spcPts val="0"/>
              </a:spcAft>
              <a:buClr>
                <a:schemeClr val="lt1"/>
              </a:buClr>
              <a:buSzPts val="2000"/>
              <a:buFont typeface="Arial"/>
              <a:buNone/>
              <a:defRPr b="0" i="0" sz="1400" u="none" cap="none" strike="noStrike">
                <a:solidFill>
                  <a:schemeClr val="lt1"/>
                </a:solidFill>
                <a:latin typeface="Century Gothic"/>
                <a:ea typeface="Century Gothic"/>
                <a:cs typeface="Century Gothic"/>
                <a:sym typeface="Century Gothic"/>
              </a:defRPr>
            </a:lvl2pPr>
            <a:lvl3pPr indent="-228600" lvl="2" marL="1371600" marR="0" rtl="0" algn="l">
              <a:lnSpc>
                <a:spcPct val="90000"/>
              </a:lnSpc>
              <a:spcBef>
                <a:spcPts val="500"/>
              </a:spcBef>
              <a:spcAft>
                <a:spcPts val="0"/>
              </a:spcAft>
              <a:buClr>
                <a:schemeClr val="lt1"/>
              </a:buClr>
              <a:buSzPts val="1800"/>
              <a:buFont typeface="Arial"/>
              <a:buNone/>
              <a:defRPr b="0" i="0" sz="1200" u="none" cap="none" strike="noStrike">
                <a:solidFill>
                  <a:schemeClr val="lt1"/>
                </a:solidFill>
                <a:latin typeface="Century Gothic"/>
                <a:ea typeface="Century Gothic"/>
                <a:cs typeface="Century Gothic"/>
                <a:sym typeface="Century Gothic"/>
              </a:defRPr>
            </a:lvl3pPr>
            <a:lvl4pPr indent="-228600" lvl="3" marL="18288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4pPr>
            <a:lvl5pPr indent="-228600" lvl="4" marL="22860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5pPr>
            <a:lvl6pPr indent="-228600" lvl="5" marL="27432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6pPr>
            <a:lvl7pPr indent="-228600" lvl="6" marL="32004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7pPr>
            <a:lvl8pPr indent="-228600" lvl="7" marL="36576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8pPr>
            <a:lvl9pPr indent="-228600" lvl="8" marL="41148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9pPr>
          </a:lstStyle>
          <a:p/>
        </p:txBody>
      </p:sp>
      <p:sp>
        <p:nvSpPr>
          <p:cNvPr id="68" name="Google Shape;68;p10"/>
          <p:cNvSpPr txBox="1"/>
          <p:nvPr>
            <p:ph idx="10" type="dt"/>
          </p:nvPr>
        </p:nvSpPr>
        <p:spPr>
          <a:xfrm>
            <a:off x="8595360" y="6356350"/>
            <a:ext cx="2910840" cy="365125"/>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69" name="Google Shape;69;p10"/>
          <p:cNvSpPr txBox="1"/>
          <p:nvPr>
            <p:ph idx="11" type="ftr"/>
          </p:nvPr>
        </p:nvSpPr>
        <p:spPr>
          <a:xfrm>
            <a:off x="685800" y="6355845"/>
            <a:ext cx="77724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70" name="Google Shape;70;p10"/>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lt1"/>
                </a:solidFill>
                <a:latin typeface="Century Gothic"/>
                <a:ea typeface="Century Gothic"/>
                <a:cs typeface="Century Gothic"/>
                <a:sym typeface="Century Gothic"/>
              </a:defRPr>
            </a:lvl1pPr>
            <a:lvl2pPr indent="0" lvl="1" marL="0" marR="0" rtl="0" algn="r">
              <a:spcBef>
                <a:spcPts val="0"/>
              </a:spcBef>
              <a:buNone/>
              <a:defRPr b="0" i="0" sz="1050" u="none" cap="none" strike="noStrike">
                <a:solidFill>
                  <a:schemeClr val="lt1"/>
                </a:solidFill>
                <a:latin typeface="Century Gothic"/>
                <a:ea typeface="Century Gothic"/>
                <a:cs typeface="Century Gothic"/>
                <a:sym typeface="Century Gothic"/>
              </a:defRPr>
            </a:lvl2pPr>
            <a:lvl3pPr indent="0" lvl="2" marL="0" marR="0" rtl="0" algn="r">
              <a:spcBef>
                <a:spcPts val="0"/>
              </a:spcBef>
              <a:buNone/>
              <a:defRPr b="0" i="0" sz="1050" u="none" cap="none" strike="noStrike">
                <a:solidFill>
                  <a:schemeClr val="lt1"/>
                </a:solidFill>
                <a:latin typeface="Century Gothic"/>
                <a:ea typeface="Century Gothic"/>
                <a:cs typeface="Century Gothic"/>
                <a:sym typeface="Century Gothic"/>
              </a:defRPr>
            </a:lvl3pPr>
            <a:lvl4pPr indent="0" lvl="3" marL="0" marR="0" rtl="0" algn="r">
              <a:spcBef>
                <a:spcPts val="0"/>
              </a:spcBef>
              <a:buNone/>
              <a:defRPr b="0" i="0" sz="1050" u="none" cap="none" strike="noStrike">
                <a:solidFill>
                  <a:schemeClr val="lt1"/>
                </a:solidFill>
                <a:latin typeface="Century Gothic"/>
                <a:ea typeface="Century Gothic"/>
                <a:cs typeface="Century Gothic"/>
                <a:sym typeface="Century Gothic"/>
              </a:defRPr>
            </a:lvl4pPr>
            <a:lvl5pPr indent="0" lvl="4" marL="0" marR="0" rtl="0" algn="r">
              <a:spcBef>
                <a:spcPts val="0"/>
              </a:spcBef>
              <a:buNone/>
              <a:defRPr b="0" i="0" sz="1050" u="none" cap="none" strike="noStrike">
                <a:solidFill>
                  <a:schemeClr val="lt1"/>
                </a:solidFill>
                <a:latin typeface="Century Gothic"/>
                <a:ea typeface="Century Gothic"/>
                <a:cs typeface="Century Gothic"/>
                <a:sym typeface="Century Gothic"/>
              </a:defRPr>
            </a:lvl5pPr>
            <a:lvl6pPr indent="0" lvl="5" marL="0" marR="0" rtl="0" algn="r">
              <a:spcBef>
                <a:spcPts val="0"/>
              </a:spcBef>
              <a:buNone/>
              <a:defRPr b="0" i="0" sz="1050" u="none" cap="none" strike="noStrike">
                <a:solidFill>
                  <a:schemeClr val="lt1"/>
                </a:solidFill>
                <a:latin typeface="Century Gothic"/>
                <a:ea typeface="Century Gothic"/>
                <a:cs typeface="Century Gothic"/>
                <a:sym typeface="Century Gothic"/>
              </a:defRPr>
            </a:lvl6pPr>
            <a:lvl7pPr indent="0" lvl="6" marL="0" marR="0" rtl="0" algn="r">
              <a:spcBef>
                <a:spcPts val="0"/>
              </a:spcBef>
              <a:buNone/>
              <a:defRPr b="0" i="0" sz="1050" u="none" cap="none" strike="noStrike">
                <a:solidFill>
                  <a:schemeClr val="lt1"/>
                </a:solidFill>
                <a:latin typeface="Century Gothic"/>
                <a:ea typeface="Century Gothic"/>
                <a:cs typeface="Century Gothic"/>
                <a:sym typeface="Century Gothic"/>
              </a:defRPr>
            </a:lvl7pPr>
            <a:lvl8pPr indent="0" lvl="7" marL="0" marR="0" rtl="0" algn="r">
              <a:spcBef>
                <a:spcPts val="0"/>
              </a:spcBef>
              <a:buNone/>
              <a:defRPr b="0" i="0" sz="1050" u="none" cap="none" strike="noStrike">
                <a:solidFill>
                  <a:schemeClr val="lt1"/>
                </a:solidFill>
                <a:latin typeface="Century Gothic"/>
                <a:ea typeface="Century Gothic"/>
                <a:cs typeface="Century Gothic"/>
                <a:sym typeface="Century Gothic"/>
              </a:defRPr>
            </a:lvl8pPr>
            <a:lvl9pPr indent="0" lvl="8" marL="0" marR="0" rtl="0" algn="r">
              <a:spcBef>
                <a:spcPts val="0"/>
              </a:spcBef>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anorámica con descripción">
  <p:cSld name="Imagen panorámica con descripción">
    <p:spTree>
      <p:nvGrpSpPr>
        <p:cNvPr id="71" name="Shape 71"/>
        <p:cNvGrpSpPr/>
        <p:nvPr/>
      </p:nvGrpSpPr>
      <p:grpSpPr>
        <a:xfrm>
          <a:off x="0" y="0"/>
          <a:ext cx="0" cy="0"/>
          <a:chOff x="0" y="0"/>
          <a:chExt cx="0" cy="0"/>
        </a:xfrm>
      </p:grpSpPr>
      <p:sp>
        <p:nvSpPr>
          <p:cNvPr id="72" name="Google Shape;72;p11"/>
          <p:cNvSpPr txBox="1"/>
          <p:nvPr>
            <p:ph type="title"/>
          </p:nvPr>
        </p:nvSpPr>
        <p:spPr>
          <a:xfrm>
            <a:off x="685777" y="4697360"/>
            <a:ext cx="10822034" cy="819355"/>
          </a:xfrm>
          <a:prstGeom prst="rect">
            <a:avLst/>
          </a:prstGeom>
          <a:noFill/>
          <a:ln>
            <a:noFill/>
          </a:ln>
        </p:spPr>
        <p:txBody>
          <a:bodyPr anchorCtr="0" anchor="b" bIns="91425" lIns="91425" spcFirstLastPara="1" rIns="91425" wrap="square" tIns="91425">
            <a:noAutofit/>
          </a:bodyPr>
          <a:lstStyle>
            <a:lvl1pPr indent="0" lvl="0" marL="0" marR="0" rtl="0" algn="l">
              <a:lnSpc>
                <a:spcPct val="90000"/>
              </a:lnSpc>
              <a:spcBef>
                <a:spcPts val="0"/>
              </a:spcBef>
              <a:spcAft>
                <a:spcPts val="0"/>
              </a:spcAft>
              <a:buClr>
                <a:schemeClr val="lt1"/>
              </a:buClr>
              <a:buSzPts val="1400"/>
              <a:buFont typeface="Century Gothic"/>
              <a:buNone/>
              <a:defRPr b="0" i="0" sz="3200" u="none" cap="none" strike="noStrike">
                <a:solidFill>
                  <a:schemeClr val="lt1"/>
                </a:solidFill>
                <a:latin typeface="Century Gothic"/>
                <a:ea typeface="Century Gothic"/>
                <a:cs typeface="Century Gothic"/>
                <a:sym typeface="Century Gothic"/>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73" name="Google Shape;73;p11"/>
          <p:cNvSpPr/>
          <p:nvPr>
            <p:ph idx="2" type="pic"/>
          </p:nvPr>
        </p:nvSpPr>
        <p:spPr>
          <a:xfrm>
            <a:off x="681727" y="941439"/>
            <a:ext cx="10821840" cy="3478161"/>
          </a:xfrm>
          <a:prstGeom prst="rect">
            <a:avLst/>
          </a:prstGeom>
          <a:noFill/>
          <a:ln>
            <a:noFill/>
          </a:ln>
        </p:spPr>
        <p:txBody>
          <a:bodyPr anchorCtr="0" anchor="t" bIns="91425" lIns="91425" spcFirstLastPara="1" rIns="91425" wrap="square" tIns="91425">
            <a:noAutofit/>
          </a:bodyPr>
          <a:lstStyle>
            <a:lvl1pPr indent="0" lvl="0" marL="0" marR="0" rtl="0" algn="l">
              <a:lnSpc>
                <a:spcPct val="90000"/>
              </a:lnSpc>
              <a:spcBef>
                <a:spcPts val="1000"/>
              </a:spcBef>
              <a:spcAft>
                <a:spcPts val="0"/>
              </a:spcAft>
              <a:buClr>
                <a:schemeClr val="lt1"/>
              </a:buClr>
              <a:buSzPts val="1400"/>
              <a:buFont typeface="Arial"/>
              <a:buNone/>
              <a:defRPr b="0" i="0" sz="3200" u="none" cap="none" strike="noStrike">
                <a:solidFill>
                  <a:schemeClr val="lt1"/>
                </a:solidFill>
                <a:latin typeface="Century Gothic"/>
                <a:ea typeface="Century Gothic"/>
                <a:cs typeface="Century Gothic"/>
                <a:sym typeface="Century Gothic"/>
              </a:defRPr>
            </a:lvl1pPr>
            <a:lvl2pPr indent="0" lvl="1" marL="457200" marR="0" rtl="0" algn="l">
              <a:lnSpc>
                <a:spcPct val="90000"/>
              </a:lnSpc>
              <a:spcBef>
                <a:spcPts val="500"/>
              </a:spcBef>
              <a:spcAft>
                <a:spcPts val="0"/>
              </a:spcAft>
              <a:buClr>
                <a:schemeClr val="lt1"/>
              </a:buClr>
              <a:buSzPts val="1400"/>
              <a:buFont typeface="Arial"/>
              <a:buNone/>
              <a:defRPr b="0" i="0" sz="2800" u="none" cap="none" strike="noStrike">
                <a:solidFill>
                  <a:schemeClr val="lt1"/>
                </a:solidFill>
                <a:latin typeface="Century Gothic"/>
                <a:ea typeface="Century Gothic"/>
                <a:cs typeface="Century Gothic"/>
                <a:sym typeface="Century Gothic"/>
              </a:defRPr>
            </a:lvl2pPr>
            <a:lvl3pPr indent="0" lvl="2" marL="914400" marR="0" rtl="0" algn="l">
              <a:lnSpc>
                <a:spcPct val="90000"/>
              </a:lnSpc>
              <a:spcBef>
                <a:spcPts val="500"/>
              </a:spcBef>
              <a:spcAft>
                <a:spcPts val="0"/>
              </a:spcAft>
              <a:buClr>
                <a:schemeClr val="lt1"/>
              </a:buClr>
              <a:buSzPts val="1400"/>
              <a:buFont typeface="Arial"/>
              <a:buNone/>
              <a:defRPr b="0" i="0" sz="2400" u="none" cap="none" strike="noStrike">
                <a:solidFill>
                  <a:schemeClr val="lt1"/>
                </a:solidFill>
                <a:latin typeface="Century Gothic"/>
                <a:ea typeface="Century Gothic"/>
                <a:cs typeface="Century Gothic"/>
                <a:sym typeface="Century Gothic"/>
              </a:defRPr>
            </a:lvl3pPr>
            <a:lvl4pPr indent="0" lvl="3" marL="1371600" marR="0" rtl="0" algn="l">
              <a:lnSpc>
                <a:spcPct val="90000"/>
              </a:lnSpc>
              <a:spcBef>
                <a:spcPts val="500"/>
              </a:spcBef>
              <a:spcAft>
                <a:spcPts val="0"/>
              </a:spcAft>
              <a:buClr>
                <a:schemeClr val="lt1"/>
              </a:buClr>
              <a:buSzPts val="1400"/>
              <a:buFont typeface="Arial"/>
              <a:buNone/>
              <a:defRPr b="0" i="0" sz="2000" u="none" cap="none" strike="noStrike">
                <a:solidFill>
                  <a:schemeClr val="lt1"/>
                </a:solidFill>
                <a:latin typeface="Century Gothic"/>
                <a:ea typeface="Century Gothic"/>
                <a:cs typeface="Century Gothic"/>
                <a:sym typeface="Century Gothic"/>
              </a:defRPr>
            </a:lvl4pPr>
            <a:lvl5pPr indent="0" lvl="4" marL="1828800" marR="0" rtl="0" algn="l">
              <a:lnSpc>
                <a:spcPct val="90000"/>
              </a:lnSpc>
              <a:spcBef>
                <a:spcPts val="500"/>
              </a:spcBef>
              <a:spcAft>
                <a:spcPts val="0"/>
              </a:spcAft>
              <a:buClr>
                <a:schemeClr val="lt1"/>
              </a:buClr>
              <a:buSzPts val="1400"/>
              <a:buFont typeface="Arial"/>
              <a:buNone/>
              <a:defRPr b="0" i="0" sz="2000" u="none" cap="none" strike="noStrike">
                <a:solidFill>
                  <a:schemeClr val="lt1"/>
                </a:solidFill>
                <a:latin typeface="Century Gothic"/>
                <a:ea typeface="Century Gothic"/>
                <a:cs typeface="Century Gothic"/>
                <a:sym typeface="Century Gothic"/>
              </a:defRPr>
            </a:lvl5pPr>
            <a:lvl6pPr indent="0" lvl="5" marL="2286000" marR="0" rtl="0" algn="l">
              <a:lnSpc>
                <a:spcPct val="90000"/>
              </a:lnSpc>
              <a:spcBef>
                <a:spcPts val="500"/>
              </a:spcBef>
              <a:spcAft>
                <a:spcPts val="0"/>
              </a:spcAft>
              <a:buClr>
                <a:schemeClr val="lt1"/>
              </a:buClr>
              <a:buSzPts val="1400"/>
              <a:buFont typeface="Arial"/>
              <a:buNone/>
              <a:defRPr b="0" i="0" sz="2000" u="none" cap="none" strike="noStrike">
                <a:solidFill>
                  <a:schemeClr val="lt1"/>
                </a:solidFill>
                <a:latin typeface="Century Gothic"/>
                <a:ea typeface="Century Gothic"/>
                <a:cs typeface="Century Gothic"/>
                <a:sym typeface="Century Gothic"/>
              </a:defRPr>
            </a:lvl6pPr>
            <a:lvl7pPr indent="0" lvl="6" marL="2743200" marR="0" rtl="0" algn="l">
              <a:lnSpc>
                <a:spcPct val="90000"/>
              </a:lnSpc>
              <a:spcBef>
                <a:spcPts val="500"/>
              </a:spcBef>
              <a:spcAft>
                <a:spcPts val="0"/>
              </a:spcAft>
              <a:buClr>
                <a:schemeClr val="lt1"/>
              </a:buClr>
              <a:buSzPts val="1400"/>
              <a:buFont typeface="Arial"/>
              <a:buNone/>
              <a:defRPr b="0" i="0" sz="2000" u="none" cap="none" strike="noStrike">
                <a:solidFill>
                  <a:schemeClr val="lt1"/>
                </a:solidFill>
                <a:latin typeface="Century Gothic"/>
                <a:ea typeface="Century Gothic"/>
                <a:cs typeface="Century Gothic"/>
                <a:sym typeface="Century Gothic"/>
              </a:defRPr>
            </a:lvl7pPr>
            <a:lvl8pPr indent="0" lvl="7" marL="3200400" marR="0" rtl="0" algn="l">
              <a:lnSpc>
                <a:spcPct val="90000"/>
              </a:lnSpc>
              <a:spcBef>
                <a:spcPts val="500"/>
              </a:spcBef>
              <a:spcAft>
                <a:spcPts val="0"/>
              </a:spcAft>
              <a:buClr>
                <a:schemeClr val="lt1"/>
              </a:buClr>
              <a:buSzPts val="1400"/>
              <a:buFont typeface="Arial"/>
              <a:buNone/>
              <a:defRPr b="0" i="0" sz="2000" u="none" cap="none" strike="noStrike">
                <a:solidFill>
                  <a:schemeClr val="lt1"/>
                </a:solidFill>
                <a:latin typeface="Century Gothic"/>
                <a:ea typeface="Century Gothic"/>
                <a:cs typeface="Century Gothic"/>
                <a:sym typeface="Century Gothic"/>
              </a:defRPr>
            </a:lvl8pPr>
            <a:lvl9pPr indent="0" lvl="8" marL="3657600" marR="0" rtl="0" algn="l">
              <a:lnSpc>
                <a:spcPct val="90000"/>
              </a:lnSpc>
              <a:spcBef>
                <a:spcPts val="500"/>
              </a:spcBef>
              <a:spcAft>
                <a:spcPts val="0"/>
              </a:spcAft>
              <a:buClr>
                <a:schemeClr val="lt1"/>
              </a:buClr>
              <a:buSzPts val="1400"/>
              <a:buFont typeface="Arial"/>
              <a:buNone/>
              <a:defRPr b="0" i="0" sz="2000" u="none" cap="none" strike="noStrike">
                <a:solidFill>
                  <a:schemeClr val="lt1"/>
                </a:solidFill>
                <a:latin typeface="Century Gothic"/>
                <a:ea typeface="Century Gothic"/>
                <a:cs typeface="Century Gothic"/>
                <a:sym typeface="Century Gothic"/>
              </a:defRPr>
            </a:lvl9pPr>
          </a:lstStyle>
          <a:p/>
        </p:txBody>
      </p:sp>
      <p:sp>
        <p:nvSpPr>
          <p:cNvPr id="74" name="Google Shape;74;p11"/>
          <p:cNvSpPr txBox="1"/>
          <p:nvPr>
            <p:ph idx="1" type="body"/>
          </p:nvPr>
        </p:nvSpPr>
        <p:spPr>
          <a:xfrm>
            <a:off x="685800" y="5516715"/>
            <a:ext cx="10820400" cy="701969"/>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lt1"/>
              </a:buClr>
              <a:buSzPts val="2200"/>
              <a:buFont typeface="Arial"/>
              <a:buNone/>
              <a:defRPr b="0" i="0" sz="1600" u="none" cap="none" strike="noStrike">
                <a:solidFill>
                  <a:schemeClr val="lt1"/>
                </a:solidFill>
                <a:latin typeface="Century Gothic"/>
                <a:ea typeface="Century Gothic"/>
                <a:cs typeface="Century Gothic"/>
                <a:sym typeface="Century Gothic"/>
              </a:defRPr>
            </a:lvl1pPr>
            <a:lvl2pPr indent="-228600" lvl="1" marL="914400" marR="0" rtl="0" algn="l">
              <a:lnSpc>
                <a:spcPct val="90000"/>
              </a:lnSpc>
              <a:spcBef>
                <a:spcPts val="500"/>
              </a:spcBef>
              <a:spcAft>
                <a:spcPts val="0"/>
              </a:spcAft>
              <a:buClr>
                <a:schemeClr val="lt1"/>
              </a:buClr>
              <a:buSzPts val="2000"/>
              <a:buFont typeface="Arial"/>
              <a:buNone/>
              <a:defRPr b="0" i="0" sz="1400" u="none" cap="none" strike="noStrike">
                <a:solidFill>
                  <a:schemeClr val="lt1"/>
                </a:solidFill>
                <a:latin typeface="Century Gothic"/>
                <a:ea typeface="Century Gothic"/>
                <a:cs typeface="Century Gothic"/>
                <a:sym typeface="Century Gothic"/>
              </a:defRPr>
            </a:lvl2pPr>
            <a:lvl3pPr indent="-228600" lvl="2" marL="1371600" marR="0" rtl="0" algn="l">
              <a:lnSpc>
                <a:spcPct val="90000"/>
              </a:lnSpc>
              <a:spcBef>
                <a:spcPts val="500"/>
              </a:spcBef>
              <a:spcAft>
                <a:spcPts val="0"/>
              </a:spcAft>
              <a:buClr>
                <a:schemeClr val="lt1"/>
              </a:buClr>
              <a:buSzPts val="1800"/>
              <a:buFont typeface="Arial"/>
              <a:buNone/>
              <a:defRPr b="0" i="0" sz="1200" u="none" cap="none" strike="noStrike">
                <a:solidFill>
                  <a:schemeClr val="lt1"/>
                </a:solidFill>
                <a:latin typeface="Century Gothic"/>
                <a:ea typeface="Century Gothic"/>
                <a:cs typeface="Century Gothic"/>
                <a:sym typeface="Century Gothic"/>
              </a:defRPr>
            </a:lvl3pPr>
            <a:lvl4pPr indent="-228600" lvl="3" marL="18288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4pPr>
            <a:lvl5pPr indent="-228600" lvl="4" marL="22860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5pPr>
            <a:lvl6pPr indent="-228600" lvl="5" marL="27432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6pPr>
            <a:lvl7pPr indent="-228600" lvl="6" marL="32004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7pPr>
            <a:lvl8pPr indent="-228600" lvl="7" marL="36576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8pPr>
            <a:lvl9pPr indent="-228600" lvl="8" marL="41148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9pPr>
          </a:lstStyle>
          <a:p/>
        </p:txBody>
      </p:sp>
      <p:sp>
        <p:nvSpPr>
          <p:cNvPr id="75" name="Google Shape;75;p11"/>
          <p:cNvSpPr txBox="1"/>
          <p:nvPr>
            <p:ph idx="10" type="dt"/>
          </p:nvPr>
        </p:nvSpPr>
        <p:spPr>
          <a:xfrm>
            <a:off x="8595360" y="6356350"/>
            <a:ext cx="2910840" cy="365125"/>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76" name="Google Shape;76;p11"/>
          <p:cNvSpPr txBox="1"/>
          <p:nvPr>
            <p:ph idx="11" type="ftr"/>
          </p:nvPr>
        </p:nvSpPr>
        <p:spPr>
          <a:xfrm>
            <a:off x="685800" y="6355845"/>
            <a:ext cx="77724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77" name="Google Shape;77;p11"/>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lt1"/>
                </a:solidFill>
                <a:latin typeface="Century Gothic"/>
                <a:ea typeface="Century Gothic"/>
                <a:cs typeface="Century Gothic"/>
                <a:sym typeface="Century Gothic"/>
              </a:defRPr>
            </a:lvl1pPr>
            <a:lvl2pPr indent="0" lvl="1" marL="0" marR="0" rtl="0" algn="r">
              <a:spcBef>
                <a:spcPts val="0"/>
              </a:spcBef>
              <a:buNone/>
              <a:defRPr b="0" i="0" sz="1050" u="none" cap="none" strike="noStrike">
                <a:solidFill>
                  <a:schemeClr val="lt1"/>
                </a:solidFill>
                <a:latin typeface="Century Gothic"/>
                <a:ea typeface="Century Gothic"/>
                <a:cs typeface="Century Gothic"/>
                <a:sym typeface="Century Gothic"/>
              </a:defRPr>
            </a:lvl2pPr>
            <a:lvl3pPr indent="0" lvl="2" marL="0" marR="0" rtl="0" algn="r">
              <a:spcBef>
                <a:spcPts val="0"/>
              </a:spcBef>
              <a:buNone/>
              <a:defRPr b="0" i="0" sz="1050" u="none" cap="none" strike="noStrike">
                <a:solidFill>
                  <a:schemeClr val="lt1"/>
                </a:solidFill>
                <a:latin typeface="Century Gothic"/>
                <a:ea typeface="Century Gothic"/>
                <a:cs typeface="Century Gothic"/>
                <a:sym typeface="Century Gothic"/>
              </a:defRPr>
            </a:lvl3pPr>
            <a:lvl4pPr indent="0" lvl="3" marL="0" marR="0" rtl="0" algn="r">
              <a:spcBef>
                <a:spcPts val="0"/>
              </a:spcBef>
              <a:buNone/>
              <a:defRPr b="0" i="0" sz="1050" u="none" cap="none" strike="noStrike">
                <a:solidFill>
                  <a:schemeClr val="lt1"/>
                </a:solidFill>
                <a:latin typeface="Century Gothic"/>
                <a:ea typeface="Century Gothic"/>
                <a:cs typeface="Century Gothic"/>
                <a:sym typeface="Century Gothic"/>
              </a:defRPr>
            </a:lvl4pPr>
            <a:lvl5pPr indent="0" lvl="4" marL="0" marR="0" rtl="0" algn="r">
              <a:spcBef>
                <a:spcPts val="0"/>
              </a:spcBef>
              <a:buNone/>
              <a:defRPr b="0" i="0" sz="1050" u="none" cap="none" strike="noStrike">
                <a:solidFill>
                  <a:schemeClr val="lt1"/>
                </a:solidFill>
                <a:latin typeface="Century Gothic"/>
                <a:ea typeface="Century Gothic"/>
                <a:cs typeface="Century Gothic"/>
                <a:sym typeface="Century Gothic"/>
              </a:defRPr>
            </a:lvl5pPr>
            <a:lvl6pPr indent="0" lvl="5" marL="0" marR="0" rtl="0" algn="r">
              <a:spcBef>
                <a:spcPts val="0"/>
              </a:spcBef>
              <a:buNone/>
              <a:defRPr b="0" i="0" sz="1050" u="none" cap="none" strike="noStrike">
                <a:solidFill>
                  <a:schemeClr val="lt1"/>
                </a:solidFill>
                <a:latin typeface="Century Gothic"/>
                <a:ea typeface="Century Gothic"/>
                <a:cs typeface="Century Gothic"/>
                <a:sym typeface="Century Gothic"/>
              </a:defRPr>
            </a:lvl6pPr>
            <a:lvl7pPr indent="0" lvl="6" marL="0" marR="0" rtl="0" algn="r">
              <a:spcBef>
                <a:spcPts val="0"/>
              </a:spcBef>
              <a:buNone/>
              <a:defRPr b="0" i="0" sz="1050" u="none" cap="none" strike="noStrike">
                <a:solidFill>
                  <a:schemeClr val="lt1"/>
                </a:solidFill>
                <a:latin typeface="Century Gothic"/>
                <a:ea typeface="Century Gothic"/>
                <a:cs typeface="Century Gothic"/>
                <a:sym typeface="Century Gothic"/>
              </a:defRPr>
            </a:lvl7pPr>
            <a:lvl8pPr indent="0" lvl="7" marL="0" marR="0" rtl="0" algn="r">
              <a:spcBef>
                <a:spcPts val="0"/>
              </a:spcBef>
              <a:buNone/>
              <a:defRPr b="0" i="0" sz="1050" u="none" cap="none" strike="noStrike">
                <a:solidFill>
                  <a:schemeClr val="lt1"/>
                </a:solidFill>
                <a:latin typeface="Century Gothic"/>
                <a:ea typeface="Century Gothic"/>
                <a:cs typeface="Century Gothic"/>
                <a:sym typeface="Century Gothic"/>
              </a:defRPr>
            </a:lvl8pPr>
            <a:lvl9pPr indent="0" lvl="8" marL="0" marR="0" rtl="0" algn="r">
              <a:spcBef>
                <a:spcPts val="0"/>
              </a:spcBef>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escripción" showMasterSp="0">
  <p:cSld name="Título y descripción">
    <p:spTree>
      <p:nvGrpSpPr>
        <p:cNvPr id="78" name="Shape 78"/>
        <p:cNvGrpSpPr/>
        <p:nvPr/>
      </p:nvGrpSpPr>
      <p:grpSpPr>
        <a:xfrm>
          <a:off x="0" y="0"/>
          <a:ext cx="0" cy="0"/>
          <a:chOff x="0" y="0"/>
          <a:chExt cx="0" cy="0"/>
        </a:xfrm>
      </p:grpSpPr>
      <p:pic>
        <p:nvPicPr>
          <p:cNvPr descr="C0-HD-BTM.png" id="79" name="Google Shape;79;p12"/>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80" name="Google Shape;80;p12"/>
          <p:cNvSpPr txBox="1"/>
          <p:nvPr>
            <p:ph type="title"/>
          </p:nvPr>
        </p:nvSpPr>
        <p:spPr>
          <a:xfrm>
            <a:off x="685800" y="753532"/>
            <a:ext cx="10820400" cy="2802467"/>
          </a:xfrm>
          <a:prstGeom prst="rect">
            <a:avLst/>
          </a:prstGeom>
          <a:noFill/>
          <a:ln>
            <a:noFill/>
          </a:ln>
        </p:spPr>
        <p:txBody>
          <a:bodyPr anchorCtr="0" anchor="ctr" bIns="91425" lIns="91425" spcFirstLastPara="1" rIns="91425" wrap="square" tIns="91425">
            <a:noAutofit/>
          </a:bodyPr>
          <a:lstStyle>
            <a:lvl1pPr indent="0" lvl="0" marL="0" marR="0" rtl="0" algn="l">
              <a:lnSpc>
                <a:spcPct val="90000"/>
              </a:lnSpc>
              <a:spcBef>
                <a:spcPts val="0"/>
              </a:spcBef>
              <a:spcAft>
                <a:spcPts val="0"/>
              </a:spcAft>
              <a:buClr>
                <a:schemeClr val="lt1"/>
              </a:buClr>
              <a:buSzPts val="1400"/>
              <a:buFont typeface="Century Gothic"/>
              <a:buNone/>
              <a:defRPr b="0" i="0" sz="3200" u="none" cap="none" strike="noStrike">
                <a:solidFill>
                  <a:schemeClr val="lt1"/>
                </a:solidFill>
                <a:latin typeface="Century Gothic"/>
                <a:ea typeface="Century Gothic"/>
                <a:cs typeface="Century Gothic"/>
                <a:sym typeface="Century Gothic"/>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81" name="Google Shape;81;p12"/>
          <p:cNvSpPr txBox="1"/>
          <p:nvPr>
            <p:ph idx="1" type="body"/>
          </p:nvPr>
        </p:nvSpPr>
        <p:spPr>
          <a:xfrm>
            <a:off x="1024467" y="3649133"/>
            <a:ext cx="10130516" cy="999067"/>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90000"/>
              </a:lnSpc>
              <a:spcBef>
                <a:spcPts val="1000"/>
              </a:spcBef>
              <a:spcAft>
                <a:spcPts val="0"/>
              </a:spcAft>
              <a:buClr>
                <a:schemeClr val="lt1"/>
              </a:buClr>
              <a:buSzPts val="2200"/>
              <a:buFont typeface="Arial"/>
              <a:buNone/>
              <a:defRPr b="0" i="0" sz="1600" u="none" cap="none" strike="noStrike">
                <a:solidFill>
                  <a:schemeClr val="lt1"/>
                </a:solidFill>
                <a:latin typeface="Century Gothic"/>
                <a:ea typeface="Century Gothic"/>
                <a:cs typeface="Century Gothic"/>
                <a:sym typeface="Century Gothic"/>
              </a:defRPr>
            </a:lvl1pPr>
            <a:lvl2pPr indent="-228600" lvl="1" marL="914400" marR="0" rtl="0" algn="l">
              <a:lnSpc>
                <a:spcPct val="90000"/>
              </a:lnSpc>
              <a:spcBef>
                <a:spcPts val="500"/>
              </a:spcBef>
              <a:spcAft>
                <a:spcPts val="0"/>
              </a:spcAft>
              <a:buClr>
                <a:schemeClr val="lt1"/>
              </a:buClr>
              <a:buSzPts val="2000"/>
              <a:buFont typeface="Arial"/>
              <a:buNone/>
              <a:defRPr b="0" i="0" sz="1400" u="none" cap="none" strike="noStrike">
                <a:solidFill>
                  <a:schemeClr val="lt1"/>
                </a:solidFill>
                <a:latin typeface="Century Gothic"/>
                <a:ea typeface="Century Gothic"/>
                <a:cs typeface="Century Gothic"/>
                <a:sym typeface="Century Gothic"/>
              </a:defRPr>
            </a:lvl2pPr>
            <a:lvl3pPr indent="-228600" lvl="2" marL="1371600" marR="0" rtl="0" algn="l">
              <a:lnSpc>
                <a:spcPct val="90000"/>
              </a:lnSpc>
              <a:spcBef>
                <a:spcPts val="500"/>
              </a:spcBef>
              <a:spcAft>
                <a:spcPts val="0"/>
              </a:spcAft>
              <a:buClr>
                <a:schemeClr val="lt1"/>
              </a:buClr>
              <a:buSzPts val="1800"/>
              <a:buFont typeface="Arial"/>
              <a:buNone/>
              <a:defRPr b="0" i="0" sz="1200" u="none" cap="none" strike="noStrike">
                <a:solidFill>
                  <a:schemeClr val="lt1"/>
                </a:solidFill>
                <a:latin typeface="Century Gothic"/>
                <a:ea typeface="Century Gothic"/>
                <a:cs typeface="Century Gothic"/>
                <a:sym typeface="Century Gothic"/>
              </a:defRPr>
            </a:lvl3pPr>
            <a:lvl4pPr indent="-228600" lvl="3" marL="18288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4pPr>
            <a:lvl5pPr indent="-228600" lvl="4" marL="22860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5pPr>
            <a:lvl6pPr indent="-228600" lvl="5" marL="27432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6pPr>
            <a:lvl7pPr indent="-228600" lvl="6" marL="32004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7pPr>
            <a:lvl8pPr indent="-228600" lvl="7" marL="36576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8pPr>
            <a:lvl9pPr indent="-228600" lvl="8" marL="41148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9pPr>
          </a:lstStyle>
          <a:p/>
        </p:txBody>
      </p:sp>
      <p:sp>
        <p:nvSpPr>
          <p:cNvPr id="82" name="Google Shape;82;p12"/>
          <p:cNvSpPr txBox="1"/>
          <p:nvPr>
            <p:ph idx="10" type="dt"/>
          </p:nvPr>
        </p:nvSpPr>
        <p:spPr>
          <a:xfrm>
            <a:off x="7814452" y="381000"/>
            <a:ext cx="2910840" cy="365125"/>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83" name="Google Shape;83;p12"/>
          <p:cNvSpPr txBox="1"/>
          <p:nvPr>
            <p:ph idx="11" type="ftr"/>
          </p:nvPr>
        </p:nvSpPr>
        <p:spPr>
          <a:xfrm>
            <a:off x="685800" y="379941"/>
            <a:ext cx="6991492"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84" name="Google Shape;84;p12"/>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lt1"/>
                </a:solidFill>
                <a:latin typeface="Century Gothic"/>
                <a:ea typeface="Century Gothic"/>
                <a:cs typeface="Century Gothic"/>
                <a:sym typeface="Century Gothic"/>
              </a:defRPr>
            </a:lvl1pPr>
            <a:lvl2pPr indent="0" lvl="1" marL="0" marR="0" rtl="0" algn="r">
              <a:spcBef>
                <a:spcPts val="0"/>
              </a:spcBef>
              <a:buNone/>
              <a:defRPr b="0" i="0" sz="1050" u="none" cap="none" strike="noStrike">
                <a:solidFill>
                  <a:schemeClr val="lt1"/>
                </a:solidFill>
                <a:latin typeface="Century Gothic"/>
                <a:ea typeface="Century Gothic"/>
                <a:cs typeface="Century Gothic"/>
                <a:sym typeface="Century Gothic"/>
              </a:defRPr>
            </a:lvl2pPr>
            <a:lvl3pPr indent="0" lvl="2" marL="0" marR="0" rtl="0" algn="r">
              <a:spcBef>
                <a:spcPts val="0"/>
              </a:spcBef>
              <a:buNone/>
              <a:defRPr b="0" i="0" sz="1050" u="none" cap="none" strike="noStrike">
                <a:solidFill>
                  <a:schemeClr val="lt1"/>
                </a:solidFill>
                <a:latin typeface="Century Gothic"/>
                <a:ea typeface="Century Gothic"/>
                <a:cs typeface="Century Gothic"/>
                <a:sym typeface="Century Gothic"/>
              </a:defRPr>
            </a:lvl3pPr>
            <a:lvl4pPr indent="0" lvl="3" marL="0" marR="0" rtl="0" algn="r">
              <a:spcBef>
                <a:spcPts val="0"/>
              </a:spcBef>
              <a:buNone/>
              <a:defRPr b="0" i="0" sz="1050" u="none" cap="none" strike="noStrike">
                <a:solidFill>
                  <a:schemeClr val="lt1"/>
                </a:solidFill>
                <a:latin typeface="Century Gothic"/>
                <a:ea typeface="Century Gothic"/>
                <a:cs typeface="Century Gothic"/>
                <a:sym typeface="Century Gothic"/>
              </a:defRPr>
            </a:lvl4pPr>
            <a:lvl5pPr indent="0" lvl="4" marL="0" marR="0" rtl="0" algn="r">
              <a:spcBef>
                <a:spcPts val="0"/>
              </a:spcBef>
              <a:buNone/>
              <a:defRPr b="0" i="0" sz="1050" u="none" cap="none" strike="noStrike">
                <a:solidFill>
                  <a:schemeClr val="lt1"/>
                </a:solidFill>
                <a:latin typeface="Century Gothic"/>
                <a:ea typeface="Century Gothic"/>
                <a:cs typeface="Century Gothic"/>
                <a:sym typeface="Century Gothic"/>
              </a:defRPr>
            </a:lvl5pPr>
            <a:lvl6pPr indent="0" lvl="5" marL="0" marR="0" rtl="0" algn="r">
              <a:spcBef>
                <a:spcPts val="0"/>
              </a:spcBef>
              <a:buNone/>
              <a:defRPr b="0" i="0" sz="1050" u="none" cap="none" strike="noStrike">
                <a:solidFill>
                  <a:schemeClr val="lt1"/>
                </a:solidFill>
                <a:latin typeface="Century Gothic"/>
                <a:ea typeface="Century Gothic"/>
                <a:cs typeface="Century Gothic"/>
                <a:sym typeface="Century Gothic"/>
              </a:defRPr>
            </a:lvl6pPr>
            <a:lvl7pPr indent="0" lvl="6" marL="0" marR="0" rtl="0" algn="r">
              <a:spcBef>
                <a:spcPts val="0"/>
              </a:spcBef>
              <a:buNone/>
              <a:defRPr b="0" i="0" sz="1050" u="none" cap="none" strike="noStrike">
                <a:solidFill>
                  <a:schemeClr val="lt1"/>
                </a:solidFill>
                <a:latin typeface="Century Gothic"/>
                <a:ea typeface="Century Gothic"/>
                <a:cs typeface="Century Gothic"/>
                <a:sym typeface="Century Gothic"/>
              </a:defRPr>
            </a:lvl7pPr>
            <a:lvl8pPr indent="0" lvl="7" marL="0" marR="0" rtl="0" algn="r">
              <a:spcBef>
                <a:spcPts val="0"/>
              </a:spcBef>
              <a:buNone/>
              <a:defRPr b="0" i="0" sz="1050" u="none" cap="none" strike="noStrike">
                <a:solidFill>
                  <a:schemeClr val="lt1"/>
                </a:solidFill>
                <a:latin typeface="Century Gothic"/>
                <a:ea typeface="Century Gothic"/>
                <a:cs typeface="Century Gothic"/>
                <a:sym typeface="Century Gothic"/>
              </a:defRPr>
            </a:lvl8pPr>
            <a:lvl9pPr indent="0" lvl="8" marL="0" marR="0" rtl="0" algn="r">
              <a:spcBef>
                <a:spcPts val="0"/>
              </a:spcBef>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con descripción" showMasterSp="0">
  <p:cSld name="Cita con descripción">
    <p:spTree>
      <p:nvGrpSpPr>
        <p:cNvPr id="85" name="Shape 85"/>
        <p:cNvGrpSpPr/>
        <p:nvPr/>
      </p:nvGrpSpPr>
      <p:grpSpPr>
        <a:xfrm>
          <a:off x="0" y="0"/>
          <a:ext cx="0" cy="0"/>
          <a:chOff x="0" y="0"/>
          <a:chExt cx="0" cy="0"/>
        </a:xfrm>
      </p:grpSpPr>
      <p:pic>
        <p:nvPicPr>
          <p:cNvPr descr="C0-HD-BTM.png" id="86" name="Google Shape;86;p13"/>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87" name="Google Shape;87;p13"/>
          <p:cNvSpPr txBox="1"/>
          <p:nvPr>
            <p:ph type="title"/>
          </p:nvPr>
        </p:nvSpPr>
        <p:spPr>
          <a:xfrm>
            <a:off x="1024467" y="753533"/>
            <a:ext cx="10151533" cy="2604495"/>
          </a:xfrm>
          <a:prstGeom prst="rect">
            <a:avLst/>
          </a:prstGeom>
          <a:noFill/>
          <a:ln>
            <a:noFill/>
          </a:ln>
        </p:spPr>
        <p:txBody>
          <a:bodyPr anchorCtr="0" anchor="ctr" bIns="91425" lIns="91425" spcFirstLastPara="1" rIns="91425" wrap="square" tIns="91425">
            <a:noAutofit/>
          </a:bodyPr>
          <a:lstStyle>
            <a:lvl1pPr indent="0" lvl="0" marL="0" marR="0" rtl="0" algn="l">
              <a:lnSpc>
                <a:spcPct val="90000"/>
              </a:lnSpc>
              <a:spcBef>
                <a:spcPts val="0"/>
              </a:spcBef>
              <a:spcAft>
                <a:spcPts val="0"/>
              </a:spcAft>
              <a:buClr>
                <a:schemeClr val="lt1"/>
              </a:buClr>
              <a:buSzPts val="1400"/>
              <a:buFont typeface="Century Gothic"/>
              <a:buNone/>
              <a:defRPr b="0" i="0" sz="3200" u="none" cap="none" strike="noStrike">
                <a:solidFill>
                  <a:schemeClr val="lt1"/>
                </a:solidFill>
                <a:latin typeface="Century Gothic"/>
                <a:ea typeface="Century Gothic"/>
                <a:cs typeface="Century Gothic"/>
                <a:sym typeface="Century Gothic"/>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88" name="Google Shape;88;p13"/>
          <p:cNvSpPr txBox="1"/>
          <p:nvPr>
            <p:ph idx="1" type="body"/>
          </p:nvPr>
        </p:nvSpPr>
        <p:spPr>
          <a:xfrm>
            <a:off x="1303865" y="3365556"/>
            <a:ext cx="9592736" cy="444443"/>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lt1"/>
              </a:buClr>
              <a:buSzPts val="2200"/>
              <a:buFont typeface="Arial"/>
              <a:buNone/>
              <a:defRPr b="0" i="0" sz="1400" u="none" cap="none" strike="noStrike">
                <a:solidFill>
                  <a:schemeClr val="lt1"/>
                </a:solidFill>
                <a:latin typeface="Century Gothic"/>
                <a:ea typeface="Century Gothic"/>
                <a:cs typeface="Century Gothic"/>
                <a:sym typeface="Century Gothic"/>
              </a:defRPr>
            </a:lvl1pPr>
            <a:lvl2pPr indent="-228600" lvl="1" marL="914400" marR="0" rtl="0" algn="l">
              <a:lnSpc>
                <a:spcPct val="90000"/>
              </a:lnSpc>
              <a:spcBef>
                <a:spcPts val="500"/>
              </a:spcBef>
              <a:spcAft>
                <a:spcPts val="0"/>
              </a:spcAft>
              <a:buClr>
                <a:schemeClr val="lt1"/>
              </a:buClr>
              <a:buSzPts val="2000"/>
              <a:buFont typeface="Arial"/>
              <a:buNone/>
              <a:defRPr b="0" i="0" sz="1400" u="none" cap="none" strike="noStrike">
                <a:solidFill>
                  <a:schemeClr val="lt1"/>
                </a:solidFill>
                <a:latin typeface="Century Gothic"/>
                <a:ea typeface="Century Gothic"/>
                <a:cs typeface="Century Gothic"/>
                <a:sym typeface="Century Gothic"/>
              </a:defRPr>
            </a:lvl2pPr>
            <a:lvl3pPr indent="-228600" lvl="2" marL="1371600" marR="0" rtl="0" algn="l">
              <a:lnSpc>
                <a:spcPct val="90000"/>
              </a:lnSpc>
              <a:spcBef>
                <a:spcPts val="500"/>
              </a:spcBef>
              <a:spcAft>
                <a:spcPts val="0"/>
              </a:spcAft>
              <a:buClr>
                <a:schemeClr val="lt1"/>
              </a:buClr>
              <a:buSzPts val="1800"/>
              <a:buFont typeface="Arial"/>
              <a:buNone/>
              <a:defRPr b="0" i="0" sz="1200" u="none" cap="none" strike="noStrike">
                <a:solidFill>
                  <a:schemeClr val="lt1"/>
                </a:solidFill>
                <a:latin typeface="Century Gothic"/>
                <a:ea typeface="Century Gothic"/>
                <a:cs typeface="Century Gothic"/>
                <a:sym typeface="Century Gothic"/>
              </a:defRPr>
            </a:lvl3pPr>
            <a:lvl4pPr indent="-228600" lvl="3" marL="18288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4pPr>
            <a:lvl5pPr indent="-228600" lvl="4" marL="22860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5pPr>
            <a:lvl6pPr indent="-228600" lvl="5" marL="27432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6pPr>
            <a:lvl7pPr indent="-228600" lvl="6" marL="32004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7pPr>
            <a:lvl8pPr indent="-228600" lvl="7" marL="36576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8pPr>
            <a:lvl9pPr indent="-228600" lvl="8" marL="41148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9pPr>
          </a:lstStyle>
          <a:p/>
        </p:txBody>
      </p:sp>
      <p:sp>
        <p:nvSpPr>
          <p:cNvPr id="89" name="Google Shape;89;p13"/>
          <p:cNvSpPr txBox="1"/>
          <p:nvPr>
            <p:ph idx="2" type="body"/>
          </p:nvPr>
        </p:nvSpPr>
        <p:spPr>
          <a:xfrm>
            <a:off x="1024467" y="3959862"/>
            <a:ext cx="10151533" cy="679871"/>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90000"/>
              </a:lnSpc>
              <a:spcBef>
                <a:spcPts val="1000"/>
              </a:spcBef>
              <a:spcAft>
                <a:spcPts val="0"/>
              </a:spcAft>
              <a:buClr>
                <a:schemeClr val="lt1"/>
              </a:buClr>
              <a:buSzPts val="2200"/>
              <a:buFont typeface="Arial"/>
              <a:buNone/>
              <a:defRPr b="0" i="0" sz="1600" u="none" cap="none" strike="noStrike">
                <a:solidFill>
                  <a:schemeClr val="lt1"/>
                </a:solidFill>
                <a:latin typeface="Century Gothic"/>
                <a:ea typeface="Century Gothic"/>
                <a:cs typeface="Century Gothic"/>
                <a:sym typeface="Century Gothic"/>
              </a:defRPr>
            </a:lvl1pPr>
            <a:lvl2pPr indent="-228600" lvl="1" marL="914400" marR="0" rtl="0" algn="l">
              <a:lnSpc>
                <a:spcPct val="90000"/>
              </a:lnSpc>
              <a:spcBef>
                <a:spcPts val="500"/>
              </a:spcBef>
              <a:spcAft>
                <a:spcPts val="0"/>
              </a:spcAft>
              <a:buClr>
                <a:schemeClr val="lt1"/>
              </a:buClr>
              <a:buSzPts val="2000"/>
              <a:buFont typeface="Arial"/>
              <a:buNone/>
              <a:defRPr b="0" i="0" sz="1400" u="none" cap="none" strike="noStrike">
                <a:solidFill>
                  <a:schemeClr val="lt1"/>
                </a:solidFill>
                <a:latin typeface="Century Gothic"/>
                <a:ea typeface="Century Gothic"/>
                <a:cs typeface="Century Gothic"/>
                <a:sym typeface="Century Gothic"/>
              </a:defRPr>
            </a:lvl2pPr>
            <a:lvl3pPr indent="-228600" lvl="2" marL="1371600" marR="0" rtl="0" algn="l">
              <a:lnSpc>
                <a:spcPct val="90000"/>
              </a:lnSpc>
              <a:spcBef>
                <a:spcPts val="500"/>
              </a:spcBef>
              <a:spcAft>
                <a:spcPts val="0"/>
              </a:spcAft>
              <a:buClr>
                <a:schemeClr val="lt1"/>
              </a:buClr>
              <a:buSzPts val="1800"/>
              <a:buFont typeface="Arial"/>
              <a:buNone/>
              <a:defRPr b="0" i="0" sz="1200" u="none" cap="none" strike="noStrike">
                <a:solidFill>
                  <a:schemeClr val="lt1"/>
                </a:solidFill>
                <a:latin typeface="Century Gothic"/>
                <a:ea typeface="Century Gothic"/>
                <a:cs typeface="Century Gothic"/>
                <a:sym typeface="Century Gothic"/>
              </a:defRPr>
            </a:lvl3pPr>
            <a:lvl4pPr indent="-228600" lvl="3" marL="18288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4pPr>
            <a:lvl5pPr indent="-228600" lvl="4" marL="22860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5pPr>
            <a:lvl6pPr indent="-228600" lvl="5" marL="27432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6pPr>
            <a:lvl7pPr indent="-228600" lvl="6" marL="32004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7pPr>
            <a:lvl8pPr indent="-228600" lvl="7" marL="36576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8pPr>
            <a:lvl9pPr indent="-228600" lvl="8" marL="41148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9pPr>
          </a:lstStyle>
          <a:p/>
        </p:txBody>
      </p:sp>
      <p:sp>
        <p:nvSpPr>
          <p:cNvPr id="90" name="Google Shape;90;p13"/>
          <p:cNvSpPr txBox="1"/>
          <p:nvPr>
            <p:ph idx="10" type="dt"/>
          </p:nvPr>
        </p:nvSpPr>
        <p:spPr>
          <a:xfrm>
            <a:off x="7814452" y="381000"/>
            <a:ext cx="2910840" cy="365125"/>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91" name="Google Shape;91;p13"/>
          <p:cNvSpPr txBox="1"/>
          <p:nvPr>
            <p:ph idx="11" type="ftr"/>
          </p:nvPr>
        </p:nvSpPr>
        <p:spPr>
          <a:xfrm>
            <a:off x="685800" y="379941"/>
            <a:ext cx="6991492"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92" name="Google Shape;92;p13"/>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lt1"/>
                </a:solidFill>
                <a:latin typeface="Century Gothic"/>
                <a:ea typeface="Century Gothic"/>
                <a:cs typeface="Century Gothic"/>
                <a:sym typeface="Century Gothic"/>
              </a:defRPr>
            </a:lvl1pPr>
            <a:lvl2pPr indent="0" lvl="1" marL="0" marR="0" rtl="0" algn="r">
              <a:spcBef>
                <a:spcPts val="0"/>
              </a:spcBef>
              <a:buNone/>
              <a:defRPr b="0" i="0" sz="1050" u="none" cap="none" strike="noStrike">
                <a:solidFill>
                  <a:schemeClr val="lt1"/>
                </a:solidFill>
                <a:latin typeface="Century Gothic"/>
                <a:ea typeface="Century Gothic"/>
                <a:cs typeface="Century Gothic"/>
                <a:sym typeface="Century Gothic"/>
              </a:defRPr>
            </a:lvl2pPr>
            <a:lvl3pPr indent="0" lvl="2" marL="0" marR="0" rtl="0" algn="r">
              <a:spcBef>
                <a:spcPts val="0"/>
              </a:spcBef>
              <a:buNone/>
              <a:defRPr b="0" i="0" sz="1050" u="none" cap="none" strike="noStrike">
                <a:solidFill>
                  <a:schemeClr val="lt1"/>
                </a:solidFill>
                <a:latin typeface="Century Gothic"/>
                <a:ea typeface="Century Gothic"/>
                <a:cs typeface="Century Gothic"/>
                <a:sym typeface="Century Gothic"/>
              </a:defRPr>
            </a:lvl3pPr>
            <a:lvl4pPr indent="0" lvl="3" marL="0" marR="0" rtl="0" algn="r">
              <a:spcBef>
                <a:spcPts val="0"/>
              </a:spcBef>
              <a:buNone/>
              <a:defRPr b="0" i="0" sz="1050" u="none" cap="none" strike="noStrike">
                <a:solidFill>
                  <a:schemeClr val="lt1"/>
                </a:solidFill>
                <a:latin typeface="Century Gothic"/>
                <a:ea typeface="Century Gothic"/>
                <a:cs typeface="Century Gothic"/>
                <a:sym typeface="Century Gothic"/>
              </a:defRPr>
            </a:lvl4pPr>
            <a:lvl5pPr indent="0" lvl="4" marL="0" marR="0" rtl="0" algn="r">
              <a:spcBef>
                <a:spcPts val="0"/>
              </a:spcBef>
              <a:buNone/>
              <a:defRPr b="0" i="0" sz="1050" u="none" cap="none" strike="noStrike">
                <a:solidFill>
                  <a:schemeClr val="lt1"/>
                </a:solidFill>
                <a:latin typeface="Century Gothic"/>
                <a:ea typeface="Century Gothic"/>
                <a:cs typeface="Century Gothic"/>
                <a:sym typeface="Century Gothic"/>
              </a:defRPr>
            </a:lvl5pPr>
            <a:lvl6pPr indent="0" lvl="5" marL="0" marR="0" rtl="0" algn="r">
              <a:spcBef>
                <a:spcPts val="0"/>
              </a:spcBef>
              <a:buNone/>
              <a:defRPr b="0" i="0" sz="1050" u="none" cap="none" strike="noStrike">
                <a:solidFill>
                  <a:schemeClr val="lt1"/>
                </a:solidFill>
                <a:latin typeface="Century Gothic"/>
                <a:ea typeface="Century Gothic"/>
                <a:cs typeface="Century Gothic"/>
                <a:sym typeface="Century Gothic"/>
              </a:defRPr>
            </a:lvl6pPr>
            <a:lvl7pPr indent="0" lvl="6" marL="0" marR="0" rtl="0" algn="r">
              <a:spcBef>
                <a:spcPts val="0"/>
              </a:spcBef>
              <a:buNone/>
              <a:defRPr b="0" i="0" sz="1050" u="none" cap="none" strike="noStrike">
                <a:solidFill>
                  <a:schemeClr val="lt1"/>
                </a:solidFill>
                <a:latin typeface="Century Gothic"/>
                <a:ea typeface="Century Gothic"/>
                <a:cs typeface="Century Gothic"/>
                <a:sym typeface="Century Gothic"/>
              </a:defRPr>
            </a:lvl7pPr>
            <a:lvl8pPr indent="0" lvl="7" marL="0" marR="0" rtl="0" algn="r">
              <a:spcBef>
                <a:spcPts val="0"/>
              </a:spcBef>
              <a:buNone/>
              <a:defRPr b="0" i="0" sz="1050" u="none" cap="none" strike="noStrike">
                <a:solidFill>
                  <a:schemeClr val="lt1"/>
                </a:solidFill>
                <a:latin typeface="Century Gothic"/>
                <a:ea typeface="Century Gothic"/>
                <a:cs typeface="Century Gothic"/>
                <a:sym typeface="Century Gothic"/>
              </a:defRPr>
            </a:lvl8pPr>
            <a:lvl9pPr indent="0" lvl="8" marL="0" marR="0" rtl="0" algn="r">
              <a:spcBef>
                <a:spcPts val="0"/>
              </a:spcBef>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MX"/>
              <a:t>‹#›</a:t>
            </a:fld>
            <a:endParaRPr/>
          </a:p>
        </p:txBody>
      </p:sp>
      <p:sp>
        <p:nvSpPr>
          <p:cNvPr id="93" name="Google Shape;93;p13"/>
          <p:cNvSpPr txBox="1"/>
          <p:nvPr/>
        </p:nvSpPr>
        <p:spPr>
          <a:xfrm>
            <a:off x="476250" y="933450"/>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1"/>
              </a:buClr>
              <a:buFont typeface="Century Gothic"/>
              <a:buNone/>
            </a:pPr>
            <a:r>
              <a:rPr b="0" i="0" lang="es-MX" sz="8000" u="none" cap="none" strike="noStrike">
                <a:solidFill>
                  <a:schemeClr val="lt1"/>
                </a:solidFill>
                <a:latin typeface="Century Gothic"/>
                <a:ea typeface="Century Gothic"/>
                <a:cs typeface="Century Gothic"/>
                <a:sym typeface="Century Gothic"/>
              </a:rPr>
              <a:t>“</a:t>
            </a:r>
            <a:endParaRPr/>
          </a:p>
        </p:txBody>
      </p:sp>
      <p:sp>
        <p:nvSpPr>
          <p:cNvPr id="94" name="Google Shape;94;p13"/>
          <p:cNvSpPr txBox="1"/>
          <p:nvPr/>
        </p:nvSpPr>
        <p:spPr>
          <a:xfrm>
            <a:off x="10984230" y="2701290"/>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Font typeface="Century Gothic"/>
              <a:buNone/>
            </a:pPr>
            <a:r>
              <a:rPr b="0" i="0" lang="es-MX" sz="8000" u="none" cap="none" strike="noStrike">
                <a:solidFill>
                  <a:schemeClr val="lt1"/>
                </a:solidFill>
                <a:latin typeface="Century Gothic"/>
                <a:ea typeface="Century Gothic"/>
                <a:cs typeface="Century Gothic"/>
                <a:sym typeface="Century Gothic"/>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jeta de nombre" showMasterSp="0">
  <p:cSld name="Tarjeta de nombre">
    <p:spTree>
      <p:nvGrpSpPr>
        <p:cNvPr id="95" name="Shape 95"/>
        <p:cNvGrpSpPr/>
        <p:nvPr/>
      </p:nvGrpSpPr>
      <p:grpSpPr>
        <a:xfrm>
          <a:off x="0" y="0"/>
          <a:ext cx="0" cy="0"/>
          <a:chOff x="0" y="0"/>
          <a:chExt cx="0" cy="0"/>
        </a:xfrm>
      </p:grpSpPr>
      <p:pic>
        <p:nvPicPr>
          <p:cNvPr descr="C0-HD-BTM.png" id="96" name="Google Shape;96;p14"/>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97" name="Google Shape;97;p14"/>
          <p:cNvSpPr txBox="1"/>
          <p:nvPr>
            <p:ph type="title"/>
          </p:nvPr>
        </p:nvSpPr>
        <p:spPr>
          <a:xfrm>
            <a:off x="1024495" y="1124701"/>
            <a:ext cx="10146186" cy="2511835"/>
          </a:xfrm>
          <a:prstGeom prst="rect">
            <a:avLst/>
          </a:prstGeom>
          <a:noFill/>
          <a:ln>
            <a:noFill/>
          </a:ln>
        </p:spPr>
        <p:txBody>
          <a:bodyPr anchorCtr="0" anchor="b" bIns="91425" lIns="91425" spcFirstLastPara="1" rIns="91425" wrap="square" tIns="91425">
            <a:noAutofit/>
          </a:bodyPr>
          <a:lstStyle>
            <a:lvl1pPr indent="0" lvl="0" marL="0" marR="0" rtl="0" algn="l">
              <a:lnSpc>
                <a:spcPct val="90000"/>
              </a:lnSpc>
              <a:spcBef>
                <a:spcPts val="0"/>
              </a:spcBef>
              <a:spcAft>
                <a:spcPts val="0"/>
              </a:spcAft>
              <a:buClr>
                <a:schemeClr val="lt1"/>
              </a:buClr>
              <a:buSzPts val="1400"/>
              <a:buFont typeface="Century Gothic"/>
              <a:buNone/>
              <a:defRPr b="0" i="0" sz="3200" u="none" cap="none" strike="noStrike">
                <a:solidFill>
                  <a:schemeClr val="lt1"/>
                </a:solidFill>
                <a:latin typeface="Century Gothic"/>
                <a:ea typeface="Century Gothic"/>
                <a:cs typeface="Century Gothic"/>
                <a:sym typeface="Century Gothic"/>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98" name="Google Shape;98;p14"/>
          <p:cNvSpPr txBox="1"/>
          <p:nvPr>
            <p:ph idx="1" type="body"/>
          </p:nvPr>
        </p:nvSpPr>
        <p:spPr>
          <a:xfrm>
            <a:off x="1024467" y="3648315"/>
            <a:ext cx="10144654" cy="999885"/>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lt1"/>
              </a:buClr>
              <a:buSzPts val="2200"/>
              <a:buFont typeface="Arial"/>
              <a:buNone/>
              <a:defRPr b="0" i="0" sz="1600" u="none" cap="none" strike="noStrike">
                <a:solidFill>
                  <a:schemeClr val="lt1"/>
                </a:solidFill>
                <a:latin typeface="Century Gothic"/>
                <a:ea typeface="Century Gothic"/>
                <a:cs typeface="Century Gothic"/>
                <a:sym typeface="Century Gothic"/>
              </a:defRPr>
            </a:lvl1pPr>
            <a:lvl2pPr indent="-228600" lvl="1" marL="914400" marR="0" rtl="0" algn="l">
              <a:lnSpc>
                <a:spcPct val="90000"/>
              </a:lnSpc>
              <a:spcBef>
                <a:spcPts val="500"/>
              </a:spcBef>
              <a:spcAft>
                <a:spcPts val="0"/>
              </a:spcAft>
              <a:buClr>
                <a:schemeClr val="lt1"/>
              </a:buClr>
              <a:buSzPts val="2000"/>
              <a:buFont typeface="Arial"/>
              <a:buNone/>
              <a:defRPr b="0" i="0" sz="1400" u="none" cap="none" strike="noStrike">
                <a:solidFill>
                  <a:schemeClr val="lt1"/>
                </a:solidFill>
                <a:latin typeface="Century Gothic"/>
                <a:ea typeface="Century Gothic"/>
                <a:cs typeface="Century Gothic"/>
                <a:sym typeface="Century Gothic"/>
              </a:defRPr>
            </a:lvl2pPr>
            <a:lvl3pPr indent="-228600" lvl="2" marL="1371600" marR="0" rtl="0" algn="l">
              <a:lnSpc>
                <a:spcPct val="90000"/>
              </a:lnSpc>
              <a:spcBef>
                <a:spcPts val="500"/>
              </a:spcBef>
              <a:spcAft>
                <a:spcPts val="0"/>
              </a:spcAft>
              <a:buClr>
                <a:schemeClr val="lt1"/>
              </a:buClr>
              <a:buSzPts val="1800"/>
              <a:buFont typeface="Arial"/>
              <a:buNone/>
              <a:defRPr b="0" i="0" sz="1200" u="none" cap="none" strike="noStrike">
                <a:solidFill>
                  <a:schemeClr val="lt1"/>
                </a:solidFill>
                <a:latin typeface="Century Gothic"/>
                <a:ea typeface="Century Gothic"/>
                <a:cs typeface="Century Gothic"/>
                <a:sym typeface="Century Gothic"/>
              </a:defRPr>
            </a:lvl3pPr>
            <a:lvl4pPr indent="-228600" lvl="3" marL="18288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4pPr>
            <a:lvl5pPr indent="-228600" lvl="4" marL="22860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5pPr>
            <a:lvl6pPr indent="-228600" lvl="5" marL="27432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6pPr>
            <a:lvl7pPr indent="-228600" lvl="6" marL="32004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7pPr>
            <a:lvl8pPr indent="-228600" lvl="7" marL="36576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8pPr>
            <a:lvl9pPr indent="-228600" lvl="8" marL="4114800" marR="0" rtl="0" algn="l">
              <a:lnSpc>
                <a:spcPct val="90000"/>
              </a:lnSpc>
              <a:spcBef>
                <a:spcPts val="500"/>
              </a:spcBef>
              <a:spcAft>
                <a:spcPts val="0"/>
              </a:spcAft>
              <a:buClr>
                <a:schemeClr val="lt1"/>
              </a:buClr>
              <a:buSzPts val="1600"/>
              <a:buFont typeface="Arial"/>
              <a:buNone/>
              <a:defRPr b="0" i="0" sz="1000" u="none" cap="none" strike="noStrike">
                <a:solidFill>
                  <a:schemeClr val="lt1"/>
                </a:solidFill>
                <a:latin typeface="Century Gothic"/>
                <a:ea typeface="Century Gothic"/>
                <a:cs typeface="Century Gothic"/>
                <a:sym typeface="Century Gothic"/>
              </a:defRPr>
            </a:lvl9pPr>
          </a:lstStyle>
          <a:p/>
        </p:txBody>
      </p:sp>
      <p:sp>
        <p:nvSpPr>
          <p:cNvPr id="99" name="Google Shape;99;p14"/>
          <p:cNvSpPr txBox="1"/>
          <p:nvPr>
            <p:ph idx="10" type="dt"/>
          </p:nvPr>
        </p:nvSpPr>
        <p:spPr>
          <a:xfrm>
            <a:off x="7814452" y="378883"/>
            <a:ext cx="2910840" cy="365125"/>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00" name="Google Shape;100;p14"/>
          <p:cNvSpPr txBox="1"/>
          <p:nvPr>
            <p:ph idx="11" type="ftr"/>
          </p:nvPr>
        </p:nvSpPr>
        <p:spPr>
          <a:xfrm>
            <a:off x="685800" y="378883"/>
            <a:ext cx="6991492"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01" name="Google Shape;101;p14"/>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lt1"/>
                </a:solidFill>
                <a:latin typeface="Century Gothic"/>
                <a:ea typeface="Century Gothic"/>
                <a:cs typeface="Century Gothic"/>
                <a:sym typeface="Century Gothic"/>
              </a:defRPr>
            </a:lvl1pPr>
            <a:lvl2pPr indent="0" lvl="1" marL="0" marR="0" rtl="0" algn="r">
              <a:spcBef>
                <a:spcPts val="0"/>
              </a:spcBef>
              <a:buNone/>
              <a:defRPr b="0" i="0" sz="1050" u="none" cap="none" strike="noStrike">
                <a:solidFill>
                  <a:schemeClr val="lt1"/>
                </a:solidFill>
                <a:latin typeface="Century Gothic"/>
                <a:ea typeface="Century Gothic"/>
                <a:cs typeface="Century Gothic"/>
                <a:sym typeface="Century Gothic"/>
              </a:defRPr>
            </a:lvl2pPr>
            <a:lvl3pPr indent="0" lvl="2" marL="0" marR="0" rtl="0" algn="r">
              <a:spcBef>
                <a:spcPts val="0"/>
              </a:spcBef>
              <a:buNone/>
              <a:defRPr b="0" i="0" sz="1050" u="none" cap="none" strike="noStrike">
                <a:solidFill>
                  <a:schemeClr val="lt1"/>
                </a:solidFill>
                <a:latin typeface="Century Gothic"/>
                <a:ea typeface="Century Gothic"/>
                <a:cs typeface="Century Gothic"/>
                <a:sym typeface="Century Gothic"/>
              </a:defRPr>
            </a:lvl3pPr>
            <a:lvl4pPr indent="0" lvl="3" marL="0" marR="0" rtl="0" algn="r">
              <a:spcBef>
                <a:spcPts val="0"/>
              </a:spcBef>
              <a:buNone/>
              <a:defRPr b="0" i="0" sz="1050" u="none" cap="none" strike="noStrike">
                <a:solidFill>
                  <a:schemeClr val="lt1"/>
                </a:solidFill>
                <a:latin typeface="Century Gothic"/>
                <a:ea typeface="Century Gothic"/>
                <a:cs typeface="Century Gothic"/>
                <a:sym typeface="Century Gothic"/>
              </a:defRPr>
            </a:lvl4pPr>
            <a:lvl5pPr indent="0" lvl="4" marL="0" marR="0" rtl="0" algn="r">
              <a:spcBef>
                <a:spcPts val="0"/>
              </a:spcBef>
              <a:buNone/>
              <a:defRPr b="0" i="0" sz="1050" u="none" cap="none" strike="noStrike">
                <a:solidFill>
                  <a:schemeClr val="lt1"/>
                </a:solidFill>
                <a:latin typeface="Century Gothic"/>
                <a:ea typeface="Century Gothic"/>
                <a:cs typeface="Century Gothic"/>
                <a:sym typeface="Century Gothic"/>
              </a:defRPr>
            </a:lvl5pPr>
            <a:lvl6pPr indent="0" lvl="5" marL="0" marR="0" rtl="0" algn="r">
              <a:spcBef>
                <a:spcPts val="0"/>
              </a:spcBef>
              <a:buNone/>
              <a:defRPr b="0" i="0" sz="1050" u="none" cap="none" strike="noStrike">
                <a:solidFill>
                  <a:schemeClr val="lt1"/>
                </a:solidFill>
                <a:latin typeface="Century Gothic"/>
                <a:ea typeface="Century Gothic"/>
                <a:cs typeface="Century Gothic"/>
                <a:sym typeface="Century Gothic"/>
              </a:defRPr>
            </a:lvl6pPr>
            <a:lvl7pPr indent="0" lvl="6" marL="0" marR="0" rtl="0" algn="r">
              <a:spcBef>
                <a:spcPts val="0"/>
              </a:spcBef>
              <a:buNone/>
              <a:defRPr b="0" i="0" sz="1050" u="none" cap="none" strike="noStrike">
                <a:solidFill>
                  <a:schemeClr val="lt1"/>
                </a:solidFill>
                <a:latin typeface="Century Gothic"/>
                <a:ea typeface="Century Gothic"/>
                <a:cs typeface="Century Gothic"/>
                <a:sym typeface="Century Gothic"/>
              </a:defRPr>
            </a:lvl7pPr>
            <a:lvl8pPr indent="0" lvl="7" marL="0" marR="0" rtl="0" algn="r">
              <a:spcBef>
                <a:spcPts val="0"/>
              </a:spcBef>
              <a:buNone/>
              <a:defRPr b="0" i="0" sz="1050" u="none" cap="none" strike="noStrike">
                <a:solidFill>
                  <a:schemeClr val="lt1"/>
                </a:solidFill>
                <a:latin typeface="Century Gothic"/>
                <a:ea typeface="Century Gothic"/>
                <a:cs typeface="Century Gothic"/>
                <a:sym typeface="Century Gothic"/>
              </a:defRPr>
            </a:lvl8pPr>
            <a:lvl9pPr indent="0" lvl="8" marL="0" marR="0" rtl="0" algn="r">
              <a:spcBef>
                <a:spcPts val="0"/>
              </a:spcBef>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a 3">
  <p:cSld name="Columna 3">
    <p:spTree>
      <p:nvGrpSpPr>
        <p:cNvPr id="102" name="Shape 102"/>
        <p:cNvGrpSpPr/>
        <p:nvPr/>
      </p:nvGrpSpPr>
      <p:grpSpPr>
        <a:xfrm>
          <a:off x="0" y="0"/>
          <a:ext cx="0" cy="0"/>
          <a:chOff x="0" y="0"/>
          <a:chExt cx="0" cy="0"/>
        </a:xfrm>
      </p:grpSpPr>
      <p:sp>
        <p:nvSpPr>
          <p:cNvPr id="103" name="Google Shape;103;p15"/>
          <p:cNvSpPr txBox="1"/>
          <p:nvPr>
            <p:ph type="title"/>
          </p:nvPr>
        </p:nvSpPr>
        <p:spPr>
          <a:xfrm>
            <a:off x="2895600" y="761999"/>
            <a:ext cx="8610599" cy="1303867"/>
          </a:xfrm>
          <a:prstGeom prst="rect">
            <a:avLst/>
          </a:prstGeom>
          <a:noFill/>
          <a:ln>
            <a:noFill/>
          </a:ln>
        </p:spPr>
        <p:txBody>
          <a:bodyPr anchorCtr="0" anchor="ctr" bIns="91425" lIns="91425" spcFirstLastPara="1" rIns="91425" wrap="square" tIns="91425">
            <a:noAutofit/>
          </a:bodyPr>
          <a:lstStyle>
            <a:lvl1pPr indent="0" lvl="0" marL="0" marR="0" rtl="0" algn="r">
              <a:lnSpc>
                <a:spcPct val="90000"/>
              </a:lnSpc>
              <a:spcBef>
                <a:spcPts val="0"/>
              </a:spcBef>
              <a:spcAft>
                <a:spcPts val="0"/>
              </a:spcAft>
              <a:buClr>
                <a:schemeClr val="lt1"/>
              </a:buClr>
              <a:buSzPts val="1400"/>
              <a:buFont typeface="Century Gothic"/>
              <a:buNone/>
              <a:defRPr b="0" i="0" sz="4000" u="none" cap="none" strike="noStrike">
                <a:solidFill>
                  <a:schemeClr val="lt1"/>
                </a:solidFill>
                <a:latin typeface="Century Gothic"/>
                <a:ea typeface="Century Gothic"/>
                <a:cs typeface="Century Gothic"/>
                <a:sym typeface="Century Gothic"/>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04" name="Google Shape;104;p15"/>
          <p:cNvSpPr txBox="1"/>
          <p:nvPr>
            <p:ph idx="1" type="body"/>
          </p:nvPr>
        </p:nvSpPr>
        <p:spPr>
          <a:xfrm>
            <a:off x="685800" y="2202080"/>
            <a:ext cx="3456432" cy="617320"/>
          </a:xfrm>
          <a:prstGeom prst="rect">
            <a:avLst/>
          </a:prstGeom>
          <a:noFill/>
          <a:ln>
            <a:noFill/>
          </a:ln>
        </p:spPr>
        <p:txBody>
          <a:bodyPr anchorCtr="0" anchor="b" bIns="91425" lIns="91425" spcFirstLastPara="1" rIns="91425" wrap="square" tIns="91425">
            <a:noAutofit/>
          </a:bodyPr>
          <a:lstStyle>
            <a:lvl1pPr indent="-228600" lvl="0" marL="457200" marR="0" rtl="0" algn="l">
              <a:lnSpc>
                <a:spcPct val="90000"/>
              </a:lnSpc>
              <a:spcBef>
                <a:spcPts val="1000"/>
              </a:spcBef>
              <a:spcAft>
                <a:spcPts val="0"/>
              </a:spcAft>
              <a:buClr>
                <a:schemeClr val="lt1"/>
              </a:buClr>
              <a:buSzPts val="2200"/>
              <a:buFont typeface="Arial"/>
              <a:buNone/>
              <a:defRPr b="0" i="0" sz="2400" u="none" cap="none" strike="noStrike">
                <a:solidFill>
                  <a:schemeClr val="lt1"/>
                </a:solidFill>
                <a:latin typeface="Century Gothic"/>
                <a:ea typeface="Century Gothic"/>
                <a:cs typeface="Century Gothic"/>
                <a:sym typeface="Century Gothic"/>
              </a:defRPr>
            </a:lvl1pPr>
            <a:lvl2pPr indent="-228600" lvl="1" marL="914400" marR="0" rtl="0" algn="l">
              <a:lnSpc>
                <a:spcPct val="90000"/>
              </a:lnSpc>
              <a:spcBef>
                <a:spcPts val="500"/>
              </a:spcBef>
              <a:spcAft>
                <a:spcPts val="0"/>
              </a:spcAft>
              <a:buClr>
                <a:schemeClr val="lt1"/>
              </a:buClr>
              <a:buSzPts val="2000"/>
              <a:buFont typeface="Arial"/>
              <a:buNone/>
              <a:defRPr b="1" i="0" sz="2000" u="none" cap="none" strike="noStrike">
                <a:solidFill>
                  <a:schemeClr val="lt1"/>
                </a:solidFill>
                <a:latin typeface="Century Gothic"/>
                <a:ea typeface="Century Gothic"/>
                <a:cs typeface="Century Gothic"/>
                <a:sym typeface="Century Gothic"/>
              </a:defRPr>
            </a:lvl2pPr>
            <a:lvl3pPr indent="-228600" lvl="2" marL="1371600" marR="0" rtl="0" algn="l">
              <a:lnSpc>
                <a:spcPct val="90000"/>
              </a:lnSpc>
              <a:spcBef>
                <a:spcPts val="500"/>
              </a:spcBef>
              <a:spcAft>
                <a:spcPts val="0"/>
              </a:spcAft>
              <a:buClr>
                <a:schemeClr val="lt1"/>
              </a:buClr>
              <a:buSzPts val="1800"/>
              <a:buFont typeface="Arial"/>
              <a:buNone/>
              <a:defRPr b="1" i="0" sz="1800" u="none" cap="none" strike="noStrike">
                <a:solidFill>
                  <a:schemeClr val="lt1"/>
                </a:solidFill>
                <a:latin typeface="Century Gothic"/>
                <a:ea typeface="Century Gothic"/>
                <a:cs typeface="Century Gothic"/>
                <a:sym typeface="Century Gothic"/>
              </a:defRPr>
            </a:lvl3pPr>
            <a:lvl4pPr indent="-228600" lvl="3" marL="18288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4pPr>
            <a:lvl5pPr indent="-228600" lvl="4" marL="22860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5pPr>
            <a:lvl6pPr indent="-228600" lvl="5" marL="27432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6pPr>
            <a:lvl7pPr indent="-228600" lvl="6" marL="32004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7pPr>
            <a:lvl8pPr indent="-228600" lvl="7" marL="36576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8pPr>
            <a:lvl9pPr indent="-228600" lvl="8" marL="41148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9pPr>
          </a:lstStyle>
          <a:p/>
        </p:txBody>
      </p:sp>
      <p:sp>
        <p:nvSpPr>
          <p:cNvPr id="105" name="Google Shape;105;p15"/>
          <p:cNvSpPr txBox="1"/>
          <p:nvPr>
            <p:ph idx="2" type="body"/>
          </p:nvPr>
        </p:nvSpPr>
        <p:spPr>
          <a:xfrm>
            <a:off x="685799" y="2904565"/>
            <a:ext cx="3456432" cy="3314132"/>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lt1"/>
              </a:buClr>
              <a:buSzPts val="2200"/>
              <a:buFont typeface="Arial"/>
              <a:buNone/>
              <a:defRPr b="0" i="0" sz="1400" u="none" cap="none" strike="noStrike">
                <a:solidFill>
                  <a:schemeClr val="lt1"/>
                </a:solidFill>
                <a:latin typeface="Century Gothic"/>
                <a:ea typeface="Century Gothic"/>
                <a:cs typeface="Century Gothic"/>
                <a:sym typeface="Century Gothic"/>
              </a:defRPr>
            </a:lvl1pPr>
            <a:lvl2pPr indent="-228600" lvl="1" marL="914400" marR="0" rtl="0" algn="l">
              <a:lnSpc>
                <a:spcPct val="90000"/>
              </a:lnSpc>
              <a:spcBef>
                <a:spcPts val="500"/>
              </a:spcBef>
              <a:spcAft>
                <a:spcPts val="0"/>
              </a:spcAft>
              <a:buClr>
                <a:schemeClr val="lt1"/>
              </a:buClr>
              <a:buSzPts val="2000"/>
              <a:buFont typeface="Arial"/>
              <a:buNone/>
              <a:defRPr b="0" i="0" sz="1200" u="none" cap="none" strike="noStrike">
                <a:solidFill>
                  <a:schemeClr val="lt1"/>
                </a:solidFill>
                <a:latin typeface="Century Gothic"/>
                <a:ea typeface="Century Gothic"/>
                <a:cs typeface="Century Gothic"/>
                <a:sym typeface="Century Gothic"/>
              </a:defRPr>
            </a:lvl2pPr>
            <a:lvl3pPr indent="-228600" lvl="2" marL="1371600" marR="0" rtl="0" algn="l">
              <a:lnSpc>
                <a:spcPct val="90000"/>
              </a:lnSpc>
              <a:spcBef>
                <a:spcPts val="500"/>
              </a:spcBef>
              <a:spcAft>
                <a:spcPts val="0"/>
              </a:spcAft>
              <a:buClr>
                <a:schemeClr val="lt1"/>
              </a:buClr>
              <a:buSzPts val="1800"/>
              <a:buFont typeface="Arial"/>
              <a:buNone/>
              <a:defRPr b="0" i="0" sz="1000" u="none" cap="none" strike="noStrike">
                <a:solidFill>
                  <a:schemeClr val="lt1"/>
                </a:solidFill>
                <a:latin typeface="Century Gothic"/>
                <a:ea typeface="Century Gothic"/>
                <a:cs typeface="Century Gothic"/>
                <a:sym typeface="Century Gothic"/>
              </a:defRPr>
            </a:lvl3pPr>
            <a:lvl4pPr indent="-228600" lvl="3" marL="18288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4pPr>
            <a:lvl5pPr indent="-228600" lvl="4" marL="22860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5pPr>
            <a:lvl6pPr indent="-228600" lvl="5" marL="27432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6pPr>
            <a:lvl7pPr indent="-228600" lvl="6" marL="32004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7pPr>
            <a:lvl8pPr indent="-228600" lvl="7" marL="36576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8pPr>
            <a:lvl9pPr indent="-228600" lvl="8" marL="41148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9pPr>
          </a:lstStyle>
          <a:p/>
        </p:txBody>
      </p:sp>
      <p:sp>
        <p:nvSpPr>
          <p:cNvPr id="106" name="Google Shape;106;p15"/>
          <p:cNvSpPr txBox="1"/>
          <p:nvPr>
            <p:ph idx="3" type="body"/>
          </p:nvPr>
        </p:nvSpPr>
        <p:spPr>
          <a:xfrm>
            <a:off x="4368800" y="2201333"/>
            <a:ext cx="3456432" cy="626534"/>
          </a:xfrm>
          <a:prstGeom prst="rect">
            <a:avLst/>
          </a:prstGeom>
          <a:noFill/>
          <a:ln>
            <a:noFill/>
          </a:ln>
        </p:spPr>
        <p:txBody>
          <a:bodyPr anchorCtr="0" anchor="b" bIns="91425" lIns="91425" spcFirstLastPara="1" rIns="91425" wrap="square" tIns="91425">
            <a:noAutofit/>
          </a:bodyPr>
          <a:lstStyle>
            <a:lvl1pPr indent="-228600" lvl="0" marL="457200" marR="0" rtl="0" algn="l">
              <a:lnSpc>
                <a:spcPct val="90000"/>
              </a:lnSpc>
              <a:spcBef>
                <a:spcPts val="1000"/>
              </a:spcBef>
              <a:spcAft>
                <a:spcPts val="0"/>
              </a:spcAft>
              <a:buClr>
                <a:schemeClr val="lt1"/>
              </a:buClr>
              <a:buSzPts val="2200"/>
              <a:buFont typeface="Arial"/>
              <a:buNone/>
              <a:defRPr b="0" i="0" sz="2400" u="none" cap="none" strike="noStrike">
                <a:solidFill>
                  <a:schemeClr val="lt1"/>
                </a:solidFill>
                <a:latin typeface="Century Gothic"/>
                <a:ea typeface="Century Gothic"/>
                <a:cs typeface="Century Gothic"/>
                <a:sym typeface="Century Gothic"/>
              </a:defRPr>
            </a:lvl1pPr>
            <a:lvl2pPr indent="-228600" lvl="1" marL="914400" marR="0" rtl="0" algn="l">
              <a:lnSpc>
                <a:spcPct val="90000"/>
              </a:lnSpc>
              <a:spcBef>
                <a:spcPts val="500"/>
              </a:spcBef>
              <a:spcAft>
                <a:spcPts val="0"/>
              </a:spcAft>
              <a:buClr>
                <a:schemeClr val="lt1"/>
              </a:buClr>
              <a:buSzPts val="2000"/>
              <a:buFont typeface="Arial"/>
              <a:buNone/>
              <a:defRPr b="1" i="0" sz="2000" u="none" cap="none" strike="noStrike">
                <a:solidFill>
                  <a:schemeClr val="lt1"/>
                </a:solidFill>
                <a:latin typeface="Century Gothic"/>
                <a:ea typeface="Century Gothic"/>
                <a:cs typeface="Century Gothic"/>
                <a:sym typeface="Century Gothic"/>
              </a:defRPr>
            </a:lvl2pPr>
            <a:lvl3pPr indent="-228600" lvl="2" marL="1371600" marR="0" rtl="0" algn="l">
              <a:lnSpc>
                <a:spcPct val="90000"/>
              </a:lnSpc>
              <a:spcBef>
                <a:spcPts val="500"/>
              </a:spcBef>
              <a:spcAft>
                <a:spcPts val="0"/>
              </a:spcAft>
              <a:buClr>
                <a:schemeClr val="lt1"/>
              </a:buClr>
              <a:buSzPts val="1800"/>
              <a:buFont typeface="Arial"/>
              <a:buNone/>
              <a:defRPr b="1" i="0" sz="1800" u="none" cap="none" strike="noStrike">
                <a:solidFill>
                  <a:schemeClr val="lt1"/>
                </a:solidFill>
                <a:latin typeface="Century Gothic"/>
                <a:ea typeface="Century Gothic"/>
                <a:cs typeface="Century Gothic"/>
                <a:sym typeface="Century Gothic"/>
              </a:defRPr>
            </a:lvl3pPr>
            <a:lvl4pPr indent="-228600" lvl="3" marL="18288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4pPr>
            <a:lvl5pPr indent="-228600" lvl="4" marL="22860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5pPr>
            <a:lvl6pPr indent="-228600" lvl="5" marL="27432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6pPr>
            <a:lvl7pPr indent="-228600" lvl="6" marL="32004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7pPr>
            <a:lvl8pPr indent="-228600" lvl="7" marL="36576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8pPr>
            <a:lvl9pPr indent="-228600" lvl="8" marL="41148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9pPr>
          </a:lstStyle>
          <a:p/>
        </p:txBody>
      </p:sp>
      <p:sp>
        <p:nvSpPr>
          <p:cNvPr id="107" name="Google Shape;107;p15"/>
          <p:cNvSpPr txBox="1"/>
          <p:nvPr>
            <p:ph idx="4" type="body"/>
          </p:nvPr>
        </p:nvSpPr>
        <p:spPr>
          <a:xfrm>
            <a:off x="4366858" y="2904067"/>
            <a:ext cx="3456432" cy="3314618"/>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lt1"/>
              </a:buClr>
              <a:buSzPts val="2200"/>
              <a:buFont typeface="Arial"/>
              <a:buNone/>
              <a:defRPr b="0" i="0" sz="1400" u="none" cap="none" strike="noStrike">
                <a:solidFill>
                  <a:schemeClr val="lt1"/>
                </a:solidFill>
                <a:latin typeface="Century Gothic"/>
                <a:ea typeface="Century Gothic"/>
                <a:cs typeface="Century Gothic"/>
                <a:sym typeface="Century Gothic"/>
              </a:defRPr>
            </a:lvl1pPr>
            <a:lvl2pPr indent="-228600" lvl="1" marL="914400" marR="0" rtl="0" algn="l">
              <a:lnSpc>
                <a:spcPct val="90000"/>
              </a:lnSpc>
              <a:spcBef>
                <a:spcPts val="500"/>
              </a:spcBef>
              <a:spcAft>
                <a:spcPts val="0"/>
              </a:spcAft>
              <a:buClr>
                <a:schemeClr val="lt1"/>
              </a:buClr>
              <a:buSzPts val="2000"/>
              <a:buFont typeface="Arial"/>
              <a:buNone/>
              <a:defRPr b="0" i="0" sz="1200" u="none" cap="none" strike="noStrike">
                <a:solidFill>
                  <a:schemeClr val="lt1"/>
                </a:solidFill>
                <a:latin typeface="Century Gothic"/>
                <a:ea typeface="Century Gothic"/>
                <a:cs typeface="Century Gothic"/>
                <a:sym typeface="Century Gothic"/>
              </a:defRPr>
            </a:lvl2pPr>
            <a:lvl3pPr indent="-228600" lvl="2" marL="1371600" marR="0" rtl="0" algn="l">
              <a:lnSpc>
                <a:spcPct val="90000"/>
              </a:lnSpc>
              <a:spcBef>
                <a:spcPts val="500"/>
              </a:spcBef>
              <a:spcAft>
                <a:spcPts val="0"/>
              </a:spcAft>
              <a:buClr>
                <a:schemeClr val="lt1"/>
              </a:buClr>
              <a:buSzPts val="1800"/>
              <a:buFont typeface="Arial"/>
              <a:buNone/>
              <a:defRPr b="0" i="0" sz="1000" u="none" cap="none" strike="noStrike">
                <a:solidFill>
                  <a:schemeClr val="lt1"/>
                </a:solidFill>
                <a:latin typeface="Century Gothic"/>
                <a:ea typeface="Century Gothic"/>
                <a:cs typeface="Century Gothic"/>
                <a:sym typeface="Century Gothic"/>
              </a:defRPr>
            </a:lvl3pPr>
            <a:lvl4pPr indent="-228600" lvl="3" marL="18288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4pPr>
            <a:lvl5pPr indent="-228600" lvl="4" marL="22860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5pPr>
            <a:lvl6pPr indent="-228600" lvl="5" marL="27432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6pPr>
            <a:lvl7pPr indent="-228600" lvl="6" marL="32004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7pPr>
            <a:lvl8pPr indent="-228600" lvl="7" marL="36576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8pPr>
            <a:lvl9pPr indent="-228600" lvl="8" marL="41148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9pPr>
          </a:lstStyle>
          <a:p/>
        </p:txBody>
      </p:sp>
      <p:sp>
        <p:nvSpPr>
          <p:cNvPr id="108" name="Google Shape;108;p15"/>
          <p:cNvSpPr txBox="1"/>
          <p:nvPr>
            <p:ph idx="5" type="body"/>
          </p:nvPr>
        </p:nvSpPr>
        <p:spPr>
          <a:xfrm>
            <a:off x="8051800" y="2192866"/>
            <a:ext cx="3456432" cy="626534"/>
          </a:xfrm>
          <a:prstGeom prst="rect">
            <a:avLst/>
          </a:prstGeom>
          <a:noFill/>
          <a:ln>
            <a:noFill/>
          </a:ln>
        </p:spPr>
        <p:txBody>
          <a:bodyPr anchorCtr="0" anchor="b" bIns="91425" lIns="91425" spcFirstLastPara="1" rIns="91425" wrap="square" tIns="91425">
            <a:noAutofit/>
          </a:bodyPr>
          <a:lstStyle>
            <a:lvl1pPr indent="-228600" lvl="0" marL="457200" marR="0" rtl="0" algn="l">
              <a:lnSpc>
                <a:spcPct val="90000"/>
              </a:lnSpc>
              <a:spcBef>
                <a:spcPts val="1000"/>
              </a:spcBef>
              <a:spcAft>
                <a:spcPts val="0"/>
              </a:spcAft>
              <a:buClr>
                <a:schemeClr val="lt1"/>
              </a:buClr>
              <a:buSzPts val="2200"/>
              <a:buFont typeface="Arial"/>
              <a:buNone/>
              <a:defRPr b="0" i="0" sz="2400" u="none" cap="none" strike="noStrike">
                <a:solidFill>
                  <a:schemeClr val="lt1"/>
                </a:solidFill>
                <a:latin typeface="Century Gothic"/>
                <a:ea typeface="Century Gothic"/>
                <a:cs typeface="Century Gothic"/>
                <a:sym typeface="Century Gothic"/>
              </a:defRPr>
            </a:lvl1pPr>
            <a:lvl2pPr indent="-228600" lvl="1" marL="914400" marR="0" rtl="0" algn="l">
              <a:lnSpc>
                <a:spcPct val="90000"/>
              </a:lnSpc>
              <a:spcBef>
                <a:spcPts val="500"/>
              </a:spcBef>
              <a:spcAft>
                <a:spcPts val="0"/>
              </a:spcAft>
              <a:buClr>
                <a:schemeClr val="lt1"/>
              </a:buClr>
              <a:buSzPts val="2000"/>
              <a:buFont typeface="Arial"/>
              <a:buNone/>
              <a:defRPr b="1" i="0" sz="2000" u="none" cap="none" strike="noStrike">
                <a:solidFill>
                  <a:schemeClr val="lt1"/>
                </a:solidFill>
                <a:latin typeface="Century Gothic"/>
                <a:ea typeface="Century Gothic"/>
                <a:cs typeface="Century Gothic"/>
                <a:sym typeface="Century Gothic"/>
              </a:defRPr>
            </a:lvl2pPr>
            <a:lvl3pPr indent="-228600" lvl="2" marL="1371600" marR="0" rtl="0" algn="l">
              <a:lnSpc>
                <a:spcPct val="90000"/>
              </a:lnSpc>
              <a:spcBef>
                <a:spcPts val="500"/>
              </a:spcBef>
              <a:spcAft>
                <a:spcPts val="0"/>
              </a:spcAft>
              <a:buClr>
                <a:schemeClr val="lt1"/>
              </a:buClr>
              <a:buSzPts val="1800"/>
              <a:buFont typeface="Arial"/>
              <a:buNone/>
              <a:defRPr b="1" i="0" sz="1800" u="none" cap="none" strike="noStrike">
                <a:solidFill>
                  <a:schemeClr val="lt1"/>
                </a:solidFill>
                <a:latin typeface="Century Gothic"/>
                <a:ea typeface="Century Gothic"/>
                <a:cs typeface="Century Gothic"/>
                <a:sym typeface="Century Gothic"/>
              </a:defRPr>
            </a:lvl3pPr>
            <a:lvl4pPr indent="-228600" lvl="3" marL="18288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4pPr>
            <a:lvl5pPr indent="-228600" lvl="4" marL="22860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5pPr>
            <a:lvl6pPr indent="-228600" lvl="5" marL="27432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6pPr>
            <a:lvl7pPr indent="-228600" lvl="6" marL="32004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7pPr>
            <a:lvl8pPr indent="-228600" lvl="7" marL="36576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8pPr>
            <a:lvl9pPr indent="-228600" lvl="8" marL="41148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9pPr>
          </a:lstStyle>
          <a:p/>
        </p:txBody>
      </p:sp>
      <p:sp>
        <p:nvSpPr>
          <p:cNvPr id="109" name="Google Shape;109;p15"/>
          <p:cNvSpPr txBox="1"/>
          <p:nvPr>
            <p:ph idx="6" type="body"/>
          </p:nvPr>
        </p:nvSpPr>
        <p:spPr>
          <a:xfrm>
            <a:off x="8051801" y="2904565"/>
            <a:ext cx="3456432" cy="3314132"/>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lt1"/>
              </a:buClr>
              <a:buSzPts val="2200"/>
              <a:buFont typeface="Arial"/>
              <a:buNone/>
              <a:defRPr b="0" i="0" sz="1400" u="none" cap="none" strike="noStrike">
                <a:solidFill>
                  <a:schemeClr val="lt1"/>
                </a:solidFill>
                <a:latin typeface="Century Gothic"/>
                <a:ea typeface="Century Gothic"/>
                <a:cs typeface="Century Gothic"/>
                <a:sym typeface="Century Gothic"/>
              </a:defRPr>
            </a:lvl1pPr>
            <a:lvl2pPr indent="-228600" lvl="1" marL="914400" marR="0" rtl="0" algn="l">
              <a:lnSpc>
                <a:spcPct val="90000"/>
              </a:lnSpc>
              <a:spcBef>
                <a:spcPts val="500"/>
              </a:spcBef>
              <a:spcAft>
                <a:spcPts val="0"/>
              </a:spcAft>
              <a:buClr>
                <a:schemeClr val="lt1"/>
              </a:buClr>
              <a:buSzPts val="2000"/>
              <a:buFont typeface="Arial"/>
              <a:buNone/>
              <a:defRPr b="0" i="0" sz="1200" u="none" cap="none" strike="noStrike">
                <a:solidFill>
                  <a:schemeClr val="lt1"/>
                </a:solidFill>
                <a:latin typeface="Century Gothic"/>
                <a:ea typeface="Century Gothic"/>
                <a:cs typeface="Century Gothic"/>
                <a:sym typeface="Century Gothic"/>
              </a:defRPr>
            </a:lvl2pPr>
            <a:lvl3pPr indent="-228600" lvl="2" marL="1371600" marR="0" rtl="0" algn="l">
              <a:lnSpc>
                <a:spcPct val="90000"/>
              </a:lnSpc>
              <a:spcBef>
                <a:spcPts val="500"/>
              </a:spcBef>
              <a:spcAft>
                <a:spcPts val="0"/>
              </a:spcAft>
              <a:buClr>
                <a:schemeClr val="lt1"/>
              </a:buClr>
              <a:buSzPts val="1800"/>
              <a:buFont typeface="Arial"/>
              <a:buNone/>
              <a:defRPr b="0" i="0" sz="1000" u="none" cap="none" strike="noStrike">
                <a:solidFill>
                  <a:schemeClr val="lt1"/>
                </a:solidFill>
                <a:latin typeface="Century Gothic"/>
                <a:ea typeface="Century Gothic"/>
                <a:cs typeface="Century Gothic"/>
                <a:sym typeface="Century Gothic"/>
              </a:defRPr>
            </a:lvl3pPr>
            <a:lvl4pPr indent="-228600" lvl="3" marL="18288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4pPr>
            <a:lvl5pPr indent="-228600" lvl="4" marL="22860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5pPr>
            <a:lvl6pPr indent="-228600" lvl="5" marL="27432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6pPr>
            <a:lvl7pPr indent="-228600" lvl="6" marL="32004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7pPr>
            <a:lvl8pPr indent="-228600" lvl="7" marL="36576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8pPr>
            <a:lvl9pPr indent="-228600" lvl="8" marL="41148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9pPr>
          </a:lstStyle>
          <a:p/>
        </p:txBody>
      </p:sp>
      <p:sp>
        <p:nvSpPr>
          <p:cNvPr id="110" name="Google Shape;110;p15"/>
          <p:cNvSpPr txBox="1"/>
          <p:nvPr>
            <p:ph idx="10" type="dt"/>
          </p:nvPr>
        </p:nvSpPr>
        <p:spPr>
          <a:xfrm>
            <a:off x="8595360" y="6356350"/>
            <a:ext cx="2910840" cy="365125"/>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11" name="Google Shape;111;p15"/>
          <p:cNvSpPr txBox="1"/>
          <p:nvPr>
            <p:ph idx="11" type="ftr"/>
          </p:nvPr>
        </p:nvSpPr>
        <p:spPr>
          <a:xfrm>
            <a:off x="685800" y="6355845"/>
            <a:ext cx="77724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12" name="Google Shape;112;p15"/>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lt1"/>
                </a:solidFill>
                <a:latin typeface="Century Gothic"/>
                <a:ea typeface="Century Gothic"/>
                <a:cs typeface="Century Gothic"/>
                <a:sym typeface="Century Gothic"/>
              </a:defRPr>
            </a:lvl1pPr>
            <a:lvl2pPr indent="0" lvl="1" marL="0" marR="0" rtl="0" algn="r">
              <a:spcBef>
                <a:spcPts val="0"/>
              </a:spcBef>
              <a:buNone/>
              <a:defRPr b="0" i="0" sz="1050" u="none" cap="none" strike="noStrike">
                <a:solidFill>
                  <a:schemeClr val="lt1"/>
                </a:solidFill>
                <a:latin typeface="Century Gothic"/>
                <a:ea typeface="Century Gothic"/>
                <a:cs typeface="Century Gothic"/>
                <a:sym typeface="Century Gothic"/>
              </a:defRPr>
            </a:lvl2pPr>
            <a:lvl3pPr indent="0" lvl="2" marL="0" marR="0" rtl="0" algn="r">
              <a:spcBef>
                <a:spcPts val="0"/>
              </a:spcBef>
              <a:buNone/>
              <a:defRPr b="0" i="0" sz="1050" u="none" cap="none" strike="noStrike">
                <a:solidFill>
                  <a:schemeClr val="lt1"/>
                </a:solidFill>
                <a:latin typeface="Century Gothic"/>
                <a:ea typeface="Century Gothic"/>
                <a:cs typeface="Century Gothic"/>
                <a:sym typeface="Century Gothic"/>
              </a:defRPr>
            </a:lvl3pPr>
            <a:lvl4pPr indent="0" lvl="3" marL="0" marR="0" rtl="0" algn="r">
              <a:spcBef>
                <a:spcPts val="0"/>
              </a:spcBef>
              <a:buNone/>
              <a:defRPr b="0" i="0" sz="1050" u="none" cap="none" strike="noStrike">
                <a:solidFill>
                  <a:schemeClr val="lt1"/>
                </a:solidFill>
                <a:latin typeface="Century Gothic"/>
                <a:ea typeface="Century Gothic"/>
                <a:cs typeface="Century Gothic"/>
                <a:sym typeface="Century Gothic"/>
              </a:defRPr>
            </a:lvl4pPr>
            <a:lvl5pPr indent="0" lvl="4" marL="0" marR="0" rtl="0" algn="r">
              <a:spcBef>
                <a:spcPts val="0"/>
              </a:spcBef>
              <a:buNone/>
              <a:defRPr b="0" i="0" sz="1050" u="none" cap="none" strike="noStrike">
                <a:solidFill>
                  <a:schemeClr val="lt1"/>
                </a:solidFill>
                <a:latin typeface="Century Gothic"/>
                <a:ea typeface="Century Gothic"/>
                <a:cs typeface="Century Gothic"/>
                <a:sym typeface="Century Gothic"/>
              </a:defRPr>
            </a:lvl5pPr>
            <a:lvl6pPr indent="0" lvl="5" marL="0" marR="0" rtl="0" algn="r">
              <a:spcBef>
                <a:spcPts val="0"/>
              </a:spcBef>
              <a:buNone/>
              <a:defRPr b="0" i="0" sz="1050" u="none" cap="none" strike="noStrike">
                <a:solidFill>
                  <a:schemeClr val="lt1"/>
                </a:solidFill>
                <a:latin typeface="Century Gothic"/>
                <a:ea typeface="Century Gothic"/>
                <a:cs typeface="Century Gothic"/>
                <a:sym typeface="Century Gothic"/>
              </a:defRPr>
            </a:lvl6pPr>
            <a:lvl7pPr indent="0" lvl="6" marL="0" marR="0" rtl="0" algn="r">
              <a:spcBef>
                <a:spcPts val="0"/>
              </a:spcBef>
              <a:buNone/>
              <a:defRPr b="0" i="0" sz="1050" u="none" cap="none" strike="noStrike">
                <a:solidFill>
                  <a:schemeClr val="lt1"/>
                </a:solidFill>
                <a:latin typeface="Century Gothic"/>
                <a:ea typeface="Century Gothic"/>
                <a:cs typeface="Century Gothic"/>
                <a:sym typeface="Century Gothic"/>
              </a:defRPr>
            </a:lvl7pPr>
            <a:lvl8pPr indent="0" lvl="7" marL="0" marR="0" rtl="0" algn="r">
              <a:spcBef>
                <a:spcPts val="0"/>
              </a:spcBef>
              <a:buNone/>
              <a:defRPr b="0" i="0" sz="1050" u="none" cap="none" strike="noStrike">
                <a:solidFill>
                  <a:schemeClr val="lt1"/>
                </a:solidFill>
                <a:latin typeface="Century Gothic"/>
                <a:ea typeface="Century Gothic"/>
                <a:cs typeface="Century Gothic"/>
                <a:sym typeface="Century Gothic"/>
              </a:defRPr>
            </a:lvl8pPr>
            <a:lvl9pPr indent="0" lvl="8" marL="0" marR="0" rtl="0" algn="r">
              <a:spcBef>
                <a:spcPts val="0"/>
              </a:spcBef>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a de imagen 3">
  <p:cSld name="Columna de imagen 3">
    <p:spTree>
      <p:nvGrpSpPr>
        <p:cNvPr id="113" name="Shape 113"/>
        <p:cNvGrpSpPr/>
        <p:nvPr/>
      </p:nvGrpSpPr>
      <p:grpSpPr>
        <a:xfrm>
          <a:off x="0" y="0"/>
          <a:ext cx="0" cy="0"/>
          <a:chOff x="0" y="0"/>
          <a:chExt cx="0" cy="0"/>
        </a:xfrm>
      </p:grpSpPr>
      <p:sp>
        <p:nvSpPr>
          <p:cNvPr id="114" name="Google Shape;114;p16"/>
          <p:cNvSpPr txBox="1"/>
          <p:nvPr>
            <p:ph type="title"/>
          </p:nvPr>
        </p:nvSpPr>
        <p:spPr>
          <a:xfrm>
            <a:off x="2895600" y="762000"/>
            <a:ext cx="8610599" cy="1295400"/>
          </a:xfrm>
          <a:prstGeom prst="rect">
            <a:avLst/>
          </a:prstGeom>
          <a:noFill/>
          <a:ln>
            <a:noFill/>
          </a:ln>
        </p:spPr>
        <p:txBody>
          <a:bodyPr anchorCtr="0" anchor="ctr" bIns="91425" lIns="91425" spcFirstLastPara="1" rIns="91425" wrap="square" tIns="91425">
            <a:noAutofit/>
          </a:bodyPr>
          <a:lstStyle>
            <a:lvl1pPr indent="0" lvl="0" marL="0" marR="0" rtl="0" algn="r">
              <a:lnSpc>
                <a:spcPct val="90000"/>
              </a:lnSpc>
              <a:spcBef>
                <a:spcPts val="0"/>
              </a:spcBef>
              <a:spcAft>
                <a:spcPts val="0"/>
              </a:spcAft>
              <a:buClr>
                <a:schemeClr val="lt1"/>
              </a:buClr>
              <a:buSzPts val="1400"/>
              <a:buFont typeface="Century Gothic"/>
              <a:buNone/>
              <a:defRPr b="0" i="0" sz="4000" u="none" cap="none" strike="noStrike">
                <a:solidFill>
                  <a:schemeClr val="lt1"/>
                </a:solidFill>
                <a:latin typeface="Century Gothic"/>
                <a:ea typeface="Century Gothic"/>
                <a:cs typeface="Century Gothic"/>
                <a:sym typeface="Century Gothic"/>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15" name="Google Shape;115;p16"/>
          <p:cNvSpPr txBox="1"/>
          <p:nvPr>
            <p:ph idx="1" type="body"/>
          </p:nvPr>
        </p:nvSpPr>
        <p:spPr>
          <a:xfrm>
            <a:off x="688618" y="4191000"/>
            <a:ext cx="3451582" cy="682765"/>
          </a:xfrm>
          <a:prstGeom prst="rect">
            <a:avLst/>
          </a:prstGeom>
          <a:noFill/>
          <a:ln>
            <a:noFill/>
          </a:ln>
        </p:spPr>
        <p:txBody>
          <a:bodyPr anchorCtr="0" anchor="b" bIns="91425" lIns="91425" spcFirstLastPara="1" rIns="91425" wrap="square" tIns="91425">
            <a:noAutofit/>
          </a:bodyPr>
          <a:lstStyle>
            <a:lvl1pPr indent="-228600" lvl="0" marL="457200" marR="0" rtl="0" algn="l">
              <a:lnSpc>
                <a:spcPct val="90000"/>
              </a:lnSpc>
              <a:spcBef>
                <a:spcPts val="1000"/>
              </a:spcBef>
              <a:spcAft>
                <a:spcPts val="0"/>
              </a:spcAft>
              <a:buClr>
                <a:schemeClr val="lt1"/>
              </a:buClr>
              <a:buSzPts val="2200"/>
              <a:buFont typeface="Arial"/>
              <a:buNone/>
              <a:defRPr b="0" i="0" sz="2400" u="none" cap="none" strike="noStrike">
                <a:solidFill>
                  <a:schemeClr val="lt1"/>
                </a:solidFill>
                <a:latin typeface="Century Gothic"/>
                <a:ea typeface="Century Gothic"/>
                <a:cs typeface="Century Gothic"/>
                <a:sym typeface="Century Gothic"/>
              </a:defRPr>
            </a:lvl1pPr>
            <a:lvl2pPr indent="-228600" lvl="1" marL="914400" marR="0" rtl="0" algn="l">
              <a:lnSpc>
                <a:spcPct val="90000"/>
              </a:lnSpc>
              <a:spcBef>
                <a:spcPts val="500"/>
              </a:spcBef>
              <a:spcAft>
                <a:spcPts val="0"/>
              </a:spcAft>
              <a:buClr>
                <a:schemeClr val="lt1"/>
              </a:buClr>
              <a:buSzPts val="2000"/>
              <a:buFont typeface="Arial"/>
              <a:buNone/>
              <a:defRPr b="1" i="0" sz="2000" u="none" cap="none" strike="noStrike">
                <a:solidFill>
                  <a:schemeClr val="lt1"/>
                </a:solidFill>
                <a:latin typeface="Century Gothic"/>
                <a:ea typeface="Century Gothic"/>
                <a:cs typeface="Century Gothic"/>
                <a:sym typeface="Century Gothic"/>
              </a:defRPr>
            </a:lvl2pPr>
            <a:lvl3pPr indent="-228600" lvl="2" marL="1371600" marR="0" rtl="0" algn="l">
              <a:lnSpc>
                <a:spcPct val="90000"/>
              </a:lnSpc>
              <a:spcBef>
                <a:spcPts val="500"/>
              </a:spcBef>
              <a:spcAft>
                <a:spcPts val="0"/>
              </a:spcAft>
              <a:buClr>
                <a:schemeClr val="lt1"/>
              </a:buClr>
              <a:buSzPts val="1800"/>
              <a:buFont typeface="Arial"/>
              <a:buNone/>
              <a:defRPr b="1" i="0" sz="1800" u="none" cap="none" strike="noStrike">
                <a:solidFill>
                  <a:schemeClr val="lt1"/>
                </a:solidFill>
                <a:latin typeface="Century Gothic"/>
                <a:ea typeface="Century Gothic"/>
                <a:cs typeface="Century Gothic"/>
                <a:sym typeface="Century Gothic"/>
              </a:defRPr>
            </a:lvl3pPr>
            <a:lvl4pPr indent="-228600" lvl="3" marL="18288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4pPr>
            <a:lvl5pPr indent="-228600" lvl="4" marL="22860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5pPr>
            <a:lvl6pPr indent="-228600" lvl="5" marL="27432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6pPr>
            <a:lvl7pPr indent="-228600" lvl="6" marL="32004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7pPr>
            <a:lvl8pPr indent="-228600" lvl="7" marL="36576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8pPr>
            <a:lvl9pPr indent="-228600" lvl="8" marL="41148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9pPr>
          </a:lstStyle>
          <a:p/>
        </p:txBody>
      </p:sp>
      <p:sp>
        <p:nvSpPr>
          <p:cNvPr id="116" name="Google Shape;116;p16"/>
          <p:cNvSpPr/>
          <p:nvPr>
            <p:ph idx="2" type="pic"/>
          </p:nvPr>
        </p:nvSpPr>
        <p:spPr>
          <a:xfrm>
            <a:off x="688618" y="2362200"/>
            <a:ext cx="3451582" cy="1524000"/>
          </a:xfrm>
          <a:prstGeom prst="roundRect">
            <a:avLst>
              <a:gd fmla="val 0" name="adj"/>
            </a:avLst>
          </a:prstGeom>
          <a:noFill/>
          <a:ln>
            <a:noFill/>
          </a:ln>
          <a:effectLst>
            <a:outerShdw blurRad="50800" rotWithShape="0" algn="tl" dir="5400000" dist="50800">
              <a:srgbClr val="000000">
                <a:alpha val="42745"/>
              </a:srgbClr>
            </a:outerShdw>
          </a:effectLst>
        </p:spPr>
        <p:txBody>
          <a:bodyPr anchorCtr="0" anchor="t" bIns="91425" lIns="91425" spcFirstLastPara="1" rIns="91425" wrap="square" tIns="91425">
            <a:noAutofit/>
          </a:bodyPr>
          <a:lstStyle>
            <a:lvl1pPr indent="0" lvl="0" marL="0" marR="0" rtl="0" algn="ctr">
              <a:lnSpc>
                <a:spcPct val="90000"/>
              </a:lnSpc>
              <a:spcBef>
                <a:spcPts val="10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1pPr>
            <a:lvl2pPr indent="0" lvl="1" marL="457200" marR="0" rtl="0" algn="l">
              <a:lnSpc>
                <a:spcPct val="90000"/>
              </a:lnSpc>
              <a:spcBef>
                <a:spcPts val="5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2pPr>
            <a:lvl3pPr indent="0" lvl="2" marL="914400" marR="0" rtl="0" algn="l">
              <a:lnSpc>
                <a:spcPct val="90000"/>
              </a:lnSpc>
              <a:spcBef>
                <a:spcPts val="5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3pPr>
            <a:lvl4pPr indent="0" lvl="3" marL="1371600" marR="0" rtl="0" algn="l">
              <a:lnSpc>
                <a:spcPct val="90000"/>
              </a:lnSpc>
              <a:spcBef>
                <a:spcPts val="5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4pPr>
            <a:lvl5pPr indent="0" lvl="4" marL="1828800" marR="0" rtl="0" algn="l">
              <a:lnSpc>
                <a:spcPct val="90000"/>
              </a:lnSpc>
              <a:spcBef>
                <a:spcPts val="5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5pPr>
            <a:lvl6pPr indent="0" lvl="5" marL="2286000" marR="0" rtl="0" algn="l">
              <a:lnSpc>
                <a:spcPct val="90000"/>
              </a:lnSpc>
              <a:spcBef>
                <a:spcPts val="5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6pPr>
            <a:lvl7pPr indent="0" lvl="6" marL="2743200" marR="0" rtl="0" algn="l">
              <a:lnSpc>
                <a:spcPct val="90000"/>
              </a:lnSpc>
              <a:spcBef>
                <a:spcPts val="5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7pPr>
            <a:lvl8pPr indent="0" lvl="7" marL="3200400" marR="0" rtl="0" algn="l">
              <a:lnSpc>
                <a:spcPct val="90000"/>
              </a:lnSpc>
              <a:spcBef>
                <a:spcPts val="5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8pPr>
            <a:lvl9pPr indent="0" lvl="8" marL="3657600" marR="0" rtl="0" algn="l">
              <a:lnSpc>
                <a:spcPct val="90000"/>
              </a:lnSpc>
              <a:spcBef>
                <a:spcPts val="5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9pPr>
          </a:lstStyle>
          <a:p/>
        </p:txBody>
      </p:sp>
      <p:sp>
        <p:nvSpPr>
          <p:cNvPr id="117" name="Google Shape;117;p16"/>
          <p:cNvSpPr txBox="1"/>
          <p:nvPr>
            <p:ph idx="3" type="body"/>
          </p:nvPr>
        </p:nvSpPr>
        <p:spPr>
          <a:xfrm>
            <a:off x="688618" y="4873764"/>
            <a:ext cx="3451582" cy="1344921"/>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lt1"/>
              </a:buClr>
              <a:buSzPts val="2200"/>
              <a:buFont typeface="Arial"/>
              <a:buNone/>
              <a:defRPr b="0" i="0" sz="1400" u="none" cap="none" strike="noStrike">
                <a:solidFill>
                  <a:schemeClr val="lt1"/>
                </a:solidFill>
                <a:latin typeface="Century Gothic"/>
                <a:ea typeface="Century Gothic"/>
                <a:cs typeface="Century Gothic"/>
                <a:sym typeface="Century Gothic"/>
              </a:defRPr>
            </a:lvl1pPr>
            <a:lvl2pPr indent="-228600" lvl="1" marL="914400" marR="0" rtl="0" algn="l">
              <a:lnSpc>
                <a:spcPct val="90000"/>
              </a:lnSpc>
              <a:spcBef>
                <a:spcPts val="500"/>
              </a:spcBef>
              <a:spcAft>
                <a:spcPts val="0"/>
              </a:spcAft>
              <a:buClr>
                <a:schemeClr val="lt1"/>
              </a:buClr>
              <a:buSzPts val="2000"/>
              <a:buFont typeface="Arial"/>
              <a:buNone/>
              <a:defRPr b="0" i="0" sz="1200" u="none" cap="none" strike="noStrike">
                <a:solidFill>
                  <a:schemeClr val="lt1"/>
                </a:solidFill>
                <a:latin typeface="Century Gothic"/>
                <a:ea typeface="Century Gothic"/>
                <a:cs typeface="Century Gothic"/>
                <a:sym typeface="Century Gothic"/>
              </a:defRPr>
            </a:lvl2pPr>
            <a:lvl3pPr indent="-228600" lvl="2" marL="1371600" marR="0" rtl="0" algn="l">
              <a:lnSpc>
                <a:spcPct val="90000"/>
              </a:lnSpc>
              <a:spcBef>
                <a:spcPts val="500"/>
              </a:spcBef>
              <a:spcAft>
                <a:spcPts val="0"/>
              </a:spcAft>
              <a:buClr>
                <a:schemeClr val="lt1"/>
              </a:buClr>
              <a:buSzPts val="1800"/>
              <a:buFont typeface="Arial"/>
              <a:buNone/>
              <a:defRPr b="0" i="0" sz="1000" u="none" cap="none" strike="noStrike">
                <a:solidFill>
                  <a:schemeClr val="lt1"/>
                </a:solidFill>
                <a:latin typeface="Century Gothic"/>
                <a:ea typeface="Century Gothic"/>
                <a:cs typeface="Century Gothic"/>
                <a:sym typeface="Century Gothic"/>
              </a:defRPr>
            </a:lvl3pPr>
            <a:lvl4pPr indent="-228600" lvl="3" marL="18288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4pPr>
            <a:lvl5pPr indent="-228600" lvl="4" marL="22860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5pPr>
            <a:lvl6pPr indent="-228600" lvl="5" marL="27432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6pPr>
            <a:lvl7pPr indent="-228600" lvl="6" marL="32004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7pPr>
            <a:lvl8pPr indent="-228600" lvl="7" marL="36576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8pPr>
            <a:lvl9pPr indent="-228600" lvl="8" marL="41148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9pPr>
          </a:lstStyle>
          <a:p/>
        </p:txBody>
      </p:sp>
      <p:sp>
        <p:nvSpPr>
          <p:cNvPr id="118" name="Google Shape;118;p16"/>
          <p:cNvSpPr txBox="1"/>
          <p:nvPr>
            <p:ph idx="4" type="body"/>
          </p:nvPr>
        </p:nvSpPr>
        <p:spPr>
          <a:xfrm>
            <a:off x="4374263" y="4191000"/>
            <a:ext cx="3448935" cy="682765"/>
          </a:xfrm>
          <a:prstGeom prst="rect">
            <a:avLst/>
          </a:prstGeom>
          <a:noFill/>
          <a:ln>
            <a:noFill/>
          </a:ln>
        </p:spPr>
        <p:txBody>
          <a:bodyPr anchorCtr="0" anchor="b" bIns="91425" lIns="91425" spcFirstLastPara="1" rIns="91425" wrap="square" tIns="91425">
            <a:noAutofit/>
          </a:bodyPr>
          <a:lstStyle>
            <a:lvl1pPr indent="-228600" lvl="0" marL="457200" marR="0" rtl="0" algn="l">
              <a:lnSpc>
                <a:spcPct val="90000"/>
              </a:lnSpc>
              <a:spcBef>
                <a:spcPts val="1000"/>
              </a:spcBef>
              <a:spcAft>
                <a:spcPts val="0"/>
              </a:spcAft>
              <a:buClr>
                <a:schemeClr val="lt1"/>
              </a:buClr>
              <a:buSzPts val="2200"/>
              <a:buFont typeface="Arial"/>
              <a:buNone/>
              <a:defRPr b="0" i="0" sz="2400" u="none" cap="none" strike="noStrike">
                <a:solidFill>
                  <a:schemeClr val="lt1"/>
                </a:solidFill>
                <a:latin typeface="Century Gothic"/>
                <a:ea typeface="Century Gothic"/>
                <a:cs typeface="Century Gothic"/>
                <a:sym typeface="Century Gothic"/>
              </a:defRPr>
            </a:lvl1pPr>
            <a:lvl2pPr indent="-228600" lvl="1" marL="914400" marR="0" rtl="0" algn="l">
              <a:lnSpc>
                <a:spcPct val="90000"/>
              </a:lnSpc>
              <a:spcBef>
                <a:spcPts val="500"/>
              </a:spcBef>
              <a:spcAft>
                <a:spcPts val="0"/>
              </a:spcAft>
              <a:buClr>
                <a:schemeClr val="lt1"/>
              </a:buClr>
              <a:buSzPts val="2000"/>
              <a:buFont typeface="Arial"/>
              <a:buNone/>
              <a:defRPr b="1" i="0" sz="2000" u="none" cap="none" strike="noStrike">
                <a:solidFill>
                  <a:schemeClr val="lt1"/>
                </a:solidFill>
                <a:latin typeface="Century Gothic"/>
                <a:ea typeface="Century Gothic"/>
                <a:cs typeface="Century Gothic"/>
                <a:sym typeface="Century Gothic"/>
              </a:defRPr>
            </a:lvl2pPr>
            <a:lvl3pPr indent="-228600" lvl="2" marL="1371600" marR="0" rtl="0" algn="l">
              <a:lnSpc>
                <a:spcPct val="90000"/>
              </a:lnSpc>
              <a:spcBef>
                <a:spcPts val="500"/>
              </a:spcBef>
              <a:spcAft>
                <a:spcPts val="0"/>
              </a:spcAft>
              <a:buClr>
                <a:schemeClr val="lt1"/>
              </a:buClr>
              <a:buSzPts val="1800"/>
              <a:buFont typeface="Arial"/>
              <a:buNone/>
              <a:defRPr b="1" i="0" sz="1800" u="none" cap="none" strike="noStrike">
                <a:solidFill>
                  <a:schemeClr val="lt1"/>
                </a:solidFill>
                <a:latin typeface="Century Gothic"/>
                <a:ea typeface="Century Gothic"/>
                <a:cs typeface="Century Gothic"/>
                <a:sym typeface="Century Gothic"/>
              </a:defRPr>
            </a:lvl3pPr>
            <a:lvl4pPr indent="-228600" lvl="3" marL="18288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4pPr>
            <a:lvl5pPr indent="-228600" lvl="4" marL="22860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5pPr>
            <a:lvl6pPr indent="-228600" lvl="5" marL="27432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6pPr>
            <a:lvl7pPr indent="-228600" lvl="6" marL="32004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7pPr>
            <a:lvl8pPr indent="-228600" lvl="7" marL="36576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8pPr>
            <a:lvl9pPr indent="-228600" lvl="8" marL="41148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9pPr>
          </a:lstStyle>
          <a:p/>
        </p:txBody>
      </p:sp>
      <p:sp>
        <p:nvSpPr>
          <p:cNvPr id="119" name="Google Shape;119;p16"/>
          <p:cNvSpPr/>
          <p:nvPr>
            <p:ph idx="5" type="pic"/>
          </p:nvPr>
        </p:nvSpPr>
        <p:spPr>
          <a:xfrm>
            <a:off x="4374263" y="2362200"/>
            <a:ext cx="3448936" cy="1524000"/>
          </a:xfrm>
          <a:prstGeom prst="roundRect">
            <a:avLst>
              <a:gd fmla="val 0" name="adj"/>
            </a:avLst>
          </a:prstGeom>
          <a:noFill/>
          <a:ln>
            <a:noFill/>
          </a:ln>
          <a:effectLst>
            <a:outerShdw blurRad="50800" rotWithShape="0" algn="tl" dir="5400000" dist="50800">
              <a:srgbClr val="000000">
                <a:alpha val="42745"/>
              </a:srgbClr>
            </a:outerShdw>
          </a:effectLst>
        </p:spPr>
        <p:txBody>
          <a:bodyPr anchorCtr="0" anchor="t" bIns="91425" lIns="91425" spcFirstLastPara="1" rIns="91425" wrap="square" tIns="91425">
            <a:noAutofit/>
          </a:bodyPr>
          <a:lstStyle>
            <a:lvl1pPr indent="0" lvl="0" marL="0" marR="0" rtl="0" algn="ctr">
              <a:lnSpc>
                <a:spcPct val="90000"/>
              </a:lnSpc>
              <a:spcBef>
                <a:spcPts val="10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1pPr>
            <a:lvl2pPr indent="0" lvl="1" marL="457200" marR="0" rtl="0" algn="l">
              <a:lnSpc>
                <a:spcPct val="90000"/>
              </a:lnSpc>
              <a:spcBef>
                <a:spcPts val="5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2pPr>
            <a:lvl3pPr indent="0" lvl="2" marL="914400" marR="0" rtl="0" algn="l">
              <a:lnSpc>
                <a:spcPct val="90000"/>
              </a:lnSpc>
              <a:spcBef>
                <a:spcPts val="5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3pPr>
            <a:lvl4pPr indent="0" lvl="3" marL="1371600" marR="0" rtl="0" algn="l">
              <a:lnSpc>
                <a:spcPct val="90000"/>
              </a:lnSpc>
              <a:spcBef>
                <a:spcPts val="5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4pPr>
            <a:lvl5pPr indent="0" lvl="4" marL="1828800" marR="0" rtl="0" algn="l">
              <a:lnSpc>
                <a:spcPct val="90000"/>
              </a:lnSpc>
              <a:spcBef>
                <a:spcPts val="5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5pPr>
            <a:lvl6pPr indent="0" lvl="5" marL="2286000" marR="0" rtl="0" algn="l">
              <a:lnSpc>
                <a:spcPct val="90000"/>
              </a:lnSpc>
              <a:spcBef>
                <a:spcPts val="5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6pPr>
            <a:lvl7pPr indent="0" lvl="6" marL="2743200" marR="0" rtl="0" algn="l">
              <a:lnSpc>
                <a:spcPct val="90000"/>
              </a:lnSpc>
              <a:spcBef>
                <a:spcPts val="5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7pPr>
            <a:lvl8pPr indent="0" lvl="7" marL="3200400" marR="0" rtl="0" algn="l">
              <a:lnSpc>
                <a:spcPct val="90000"/>
              </a:lnSpc>
              <a:spcBef>
                <a:spcPts val="5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8pPr>
            <a:lvl9pPr indent="0" lvl="8" marL="3657600" marR="0" rtl="0" algn="l">
              <a:lnSpc>
                <a:spcPct val="90000"/>
              </a:lnSpc>
              <a:spcBef>
                <a:spcPts val="5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9pPr>
          </a:lstStyle>
          <a:p/>
        </p:txBody>
      </p:sp>
      <p:sp>
        <p:nvSpPr>
          <p:cNvPr id="120" name="Google Shape;120;p16"/>
          <p:cNvSpPr txBox="1"/>
          <p:nvPr>
            <p:ph idx="6" type="body"/>
          </p:nvPr>
        </p:nvSpPr>
        <p:spPr>
          <a:xfrm>
            <a:off x="4374264" y="4873763"/>
            <a:ext cx="3448935" cy="1344921"/>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lt1"/>
              </a:buClr>
              <a:buSzPts val="2200"/>
              <a:buFont typeface="Arial"/>
              <a:buNone/>
              <a:defRPr b="0" i="0" sz="1400" u="none" cap="none" strike="noStrike">
                <a:solidFill>
                  <a:schemeClr val="lt1"/>
                </a:solidFill>
                <a:latin typeface="Century Gothic"/>
                <a:ea typeface="Century Gothic"/>
                <a:cs typeface="Century Gothic"/>
                <a:sym typeface="Century Gothic"/>
              </a:defRPr>
            </a:lvl1pPr>
            <a:lvl2pPr indent="-228600" lvl="1" marL="914400" marR="0" rtl="0" algn="l">
              <a:lnSpc>
                <a:spcPct val="90000"/>
              </a:lnSpc>
              <a:spcBef>
                <a:spcPts val="500"/>
              </a:spcBef>
              <a:spcAft>
                <a:spcPts val="0"/>
              </a:spcAft>
              <a:buClr>
                <a:schemeClr val="lt1"/>
              </a:buClr>
              <a:buSzPts val="2000"/>
              <a:buFont typeface="Arial"/>
              <a:buNone/>
              <a:defRPr b="0" i="0" sz="1200" u="none" cap="none" strike="noStrike">
                <a:solidFill>
                  <a:schemeClr val="lt1"/>
                </a:solidFill>
                <a:latin typeface="Century Gothic"/>
                <a:ea typeface="Century Gothic"/>
                <a:cs typeface="Century Gothic"/>
                <a:sym typeface="Century Gothic"/>
              </a:defRPr>
            </a:lvl2pPr>
            <a:lvl3pPr indent="-228600" lvl="2" marL="1371600" marR="0" rtl="0" algn="l">
              <a:lnSpc>
                <a:spcPct val="90000"/>
              </a:lnSpc>
              <a:spcBef>
                <a:spcPts val="500"/>
              </a:spcBef>
              <a:spcAft>
                <a:spcPts val="0"/>
              </a:spcAft>
              <a:buClr>
                <a:schemeClr val="lt1"/>
              </a:buClr>
              <a:buSzPts val="1800"/>
              <a:buFont typeface="Arial"/>
              <a:buNone/>
              <a:defRPr b="0" i="0" sz="1000" u="none" cap="none" strike="noStrike">
                <a:solidFill>
                  <a:schemeClr val="lt1"/>
                </a:solidFill>
                <a:latin typeface="Century Gothic"/>
                <a:ea typeface="Century Gothic"/>
                <a:cs typeface="Century Gothic"/>
                <a:sym typeface="Century Gothic"/>
              </a:defRPr>
            </a:lvl3pPr>
            <a:lvl4pPr indent="-228600" lvl="3" marL="18288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4pPr>
            <a:lvl5pPr indent="-228600" lvl="4" marL="22860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5pPr>
            <a:lvl6pPr indent="-228600" lvl="5" marL="27432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6pPr>
            <a:lvl7pPr indent="-228600" lvl="6" marL="32004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7pPr>
            <a:lvl8pPr indent="-228600" lvl="7" marL="36576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8pPr>
            <a:lvl9pPr indent="-228600" lvl="8" marL="41148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9pPr>
          </a:lstStyle>
          <a:p/>
        </p:txBody>
      </p:sp>
      <p:sp>
        <p:nvSpPr>
          <p:cNvPr id="121" name="Google Shape;121;p16"/>
          <p:cNvSpPr txBox="1"/>
          <p:nvPr>
            <p:ph idx="7" type="body"/>
          </p:nvPr>
        </p:nvSpPr>
        <p:spPr>
          <a:xfrm>
            <a:off x="8049731" y="4191000"/>
            <a:ext cx="3456469" cy="682765"/>
          </a:xfrm>
          <a:prstGeom prst="rect">
            <a:avLst/>
          </a:prstGeom>
          <a:noFill/>
          <a:ln>
            <a:noFill/>
          </a:ln>
        </p:spPr>
        <p:txBody>
          <a:bodyPr anchorCtr="0" anchor="b" bIns="91425" lIns="91425" spcFirstLastPara="1" rIns="91425" wrap="square" tIns="91425">
            <a:noAutofit/>
          </a:bodyPr>
          <a:lstStyle>
            <a:lvl1pPr indent="-228600" lvl="0" marL="457200" marR="0" rtl="0" algn="l">
              <a:lnSpc>
                <a:spcPct val="90000"/>
              </a:lnSpc>
              <a:spcBef>
                <a:spcPts val="1000"/>
              </a:spcBef>
              <a:spcAft>
                <a:spcPts val="0"/>
              </a:spcAft>
              <a:buClr>
                <a:schemeClr val="lt1"/>
              </a:buClr>
              <a:buSzPts val="2200"/>
              <a:buFont typeface="Arial"/>
              <a:buNone/>
              <a:defRPr b="0" i="0" sz="2400" u="none" cap="none" strike="noStrike">
                <a:solidFill>
                  <a:schemeClr val="lt1"/>
                </a:solidFill>
                <a:latin typeface="Century Gothic"/>
                <a:ea typeface="Century Gothic"/>
                <a:cs typeface="Century Gothic"/>
                <a:sym typeface="Century Gothic"/>
              </a:defRPr>
            </a:lvl1pPr>
            <a:lvl2pPr indent="-228600" lvl="1" marL="914400" marR="0" rtl="0" algn="l">
              <a:lnSpc>
                <a:spcPct val="90000"/>
              </a:lnSpc>
              <a:spcBef>
                <a:spcPts val="500"/>
              </a:spcBef>
              <a:spcAft>
                <a:spcPts val="0"/>
              </a:spcAft>
              <a:buClr>
                <a:schemeClr val="lt1"/>
              </a:buClr>
              <a:buSzPts val="2000"/>
              <a:buFont typeface="Arial"/>
              <a:buNone/>
              <a:defRPr b="1" i="0" sz="2000" u="none" cap="none" strike="noStrike">
                <a:solidFill>
                  <a:schemeClr val="lt1"/>
                </a:solidFill>
                <a:latin typeface="Century Gothic"/>
                <a:ea typeface="Century Gothic"/>
                <a:cs typeface="Century Gothic"/>
                <a:sym typeface="Century Gothic"/>
              </a:defRPr>
            </a:lvl2pPr>
            <a:lvl3pPr indent="-228600" lvl="2" marL="1371600" marR="0" rtl="0" algn="l">
              <a:lnSpc>
                <a:spcPct val="90000"/>
              </a:lnSpc>
              <a:spcBef>
                <a:spcPts val="500"/>
              </a:spcBef>
              <a:spcAft>
                <a:spcPts val="0"/>
              </a:spcAft>
              <a:buClr>
                <a:schemeClr val="lt1"/>
              </a:buClr>
              <a:buSzPts val="1800"/>
              <a:buFont typeface="Arial"/>
              <a:buNone/>
              <a:defRPr b="1" i="0" sz="1800" u="none" cap="none" strike="noStrike">
                <a:solidFill>
                  <a:schemeClr val="lt1"/>
                </a:solidFill>
                <a:latin typeface="Century Gothic"/>
                <a:ea typeface="Century Gothic"/>
                <a:cs typeface="Century Gothic"/>
                <a:sym typeface="Century Gothic"/>
              </a:defRPr>
            </a:lvl3pPr>
            <a:lvl4pPr indent="-228600" lvl="3" marL="18288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4pPr>
            <a:lvl5pPr indent="-228600" lvl="4" marL="22860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5pPr>
            <a:lvl6pPr indent="-228600" lvl="5" marL="27432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6pPr>
            <a:lvl7pPr indent="-228600" lvl="6" marL="32004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7pPr>
            <a:lvl8pPr indent="-228600" lvl="7" marL="36576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8pPr>
            <a:lvl9pPr indent="-228600" lvl="8" marL="4114800" marR="0" rtl="0" algn="l">
              <a:lnSpc>
                <a:spcPct val="90000"/>
              </a:lnSpc>
              <a:spcBef>
                <a:spcPts val="500"/>
              </a:spcBef>
              <a:spcAft>
                <a:spcPts val="0"/>
              </a:spcAft>
              <a:buClr>
                <a:schemeClr val="lt1"/>
              </a:buClr>
              <a:buSzPts val="1600"/>
              <a:buFont typeface="Arial"/>
              <a:buNone/>
              <a:defRPr b="1" i="0" sz="1600" u="none" cap="none" strike="noStrike">
                <a:solidFill>
                  <a:schemeClr val="lt1"/>
                </a:solidFill>
                <a:latin typeface="Century Gothic"/>
                <a:ea typeface="Century Gothic"/>
                <a:cs typeface="Century Gothic"/>
                <a:sym typeface="Century Gothic"/>
              </a:defRPr>
            </a:lvl9pPr>
          </a:lstStyle>
          <a:p/>
        </p:txBody>
      </p:sp>
      <p:sp>
        <p:nvSpPr>
          <p:cNvPr id="122" name="Google Shape;122;p16"/>
          <p:cNvSpPr/>
          <p:nvPr>
            <p:ph idx="8" type="pic"/>
          </p:nvPr>
        </p:nvSpPr>
        <p:spPr>
          <a:xfrm>
            <a:off x="8049855" y="2362200"/>
            <a:ext cx="3447878" cy="1524000"/>
          </a:xfrm>
          <a:prstGeom prst="roundRect">
            <a:avLst>
              <a:gd fmla="val 0" name="adj"/>
            </a:avLst>
          </a:prstGeom>
          <a:noFill/>
          <a:ln>
            <a:noFill/>
          </a:ln>
          <a:effectLst>
            <a:outerShdw blurRad="50800" rotWithShape="0" algn="tl" dir="5400000" dist="50800">
              <a:srgbClr val="000000">
                <a:alpha val="42745"/>
              </a:srgbClr>
            </a:outerShdw>
          </a:effectLst>
        </p:spPr>
        <p:txBody>
          <a:bodyPr anchorCtr="0" anchor="t" bIns="91425" lIns="91425" spcFirstLastPara="1" rIns="91425" wrap="square" tIns="91425">
            <a:noAutofit/>
          </a:bodyPr>
          <a:lstStyle>
            <a:lvl1pPr indent="0" lvl="0" marL="0" marR="0" rtl="0" algn="ctr">
              <a:lnSpc>
                <a:spcPct val="90000"/>
              </a:lnSpc>
              <a:spcBef>
                <a:spcPts val="10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1pPr>
            <a:lvl2pPr indent="0" lvl="1" marL="457200" marR="0" rtl="0" algn="l">
              <a:lnSpc>
                <a:spcPct val="90000"/>
              </a:lnSpc>
              <a:spcBef>
                <a:spcPts val="5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2pPr>
            <a:lvl3pPr indent="0" lvl="2" marL="914400" marR="0" rtl="0" algn="l">
              <a:lnSpc>
                <a:spcPct val="90000"/>
              </a:lnSpc>
              <a:spcBef>
                <a:spcPts val="5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3pPr>
            <a:lvl4pPr indent="0" lvl="3" marL="1371600" marR="0" rtl="0" algn="l">
              <a:lnSpc>
                <a:spcPct val="90000"/>
              </a:lnSpc>
              <a:spcBef>
                <a:spcPts val="5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4pPr>
            <a:lvl5pPr indent="0" lvl="4" marL="1828800" marR="0" rtl="0" algn="l">
              <a:lnSpc>
                <a:spcPct val="90000"/>
              </a:lnSpc>
              <a:spcBef>
                <a:spcPts val="5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5pPr>
            <a:lvl6pPr indent="0" lvl="5" marL="2286000" marR="0" rtl="0" algn="l">
              <a:lnSpc>
                <a:spcPct val="90000"/>
              </a:lnSpc>
              <a:spcBef>
                <a:spcPts val="5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6pPr>
            <a:lvl7pPr indent="0" lvl="6" marL="2743200" marR="0" rtl="0" algn="l">
              <a:lnSpc>
                <a:spcPct val="90000"/>
              </a:lnSpc>
              <a:spcBef>
                <a:spcPts val="5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7pPr>
            <a:lvl8pPr indent="0" lvl="7" marL="3200400" marR="0" rtl="0" algn="l">
              <a:lnSpc>
                <a:spcPct val="90000"/>
              </a:lnSpc>
              <a:spcBef>
                <a:spcPts val="5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8pPr>
            <a:lvl9pPr indent="0" lvl="8" marL="3657600" marR="0" rtl="0" algn="l">
              <a:lnSpc>
                <a:spcPct val="90000"/>
              </a:lnSpc>
              <a:spcBef>
                <a:spcPts val="500"/>
              </a:spcBef>
              <a:spcAft>
                <a:spcPts val="0"/>
              </a:spcAft>
              <a:buClr>
                <a:schemeClr val="lt1"/>
              </a:buClr>
              <a:buSzPts val="1400"/>
              <a:buFont typeface="Arial"/>
              <a:buNone/>
              <a:defRPr b="0" i="0" sz="1600" u="none" cap="none" strike="noStrike">
                <a:solidFill>
                  <a:schemeClr val="lt1"/>
                </a:solidFill>
                <a:latin typeface="Century Gothic"/>
                <a:ea typeface="Century Gothic"/>
                <a:cs typeface="Century Gothic"/>
                <a:sym typeface="Century Gothic"/>
              </a:defRPr>
            </a:lvl9pPr>
          </a:lstStyle>
          <a:p/>
        </p:txBody>
      </p:sp>
      <p:sp>
        <p:nvSpPr>
          <p:cNvPr id="123" name="Google Shape;123;p16"/>
          <p:cNvSpPr txBox="1"/>
          <p:nvPr>
            <p:ph idx="9" type="body"/>
          </p:nvPr>
        </p:nvSpPr>
        <p:spPr>
          <a:xfrm>
            <a:off x="8049731" y="4873761"/>
            <a:ext cx="3452445" cy="1344921"/>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lt1"/>
              </a:buClr>
              <a:buSzPts val="2200"/>
              <a:buFont typeface="Arial"/>
              <a:buNone/>
              <a:defRPr b="0" i="0" sz="1400" u="none" cap="none" strike="noStrike">
                <a:solidFill>
                  <a:schemeClr val="lt1"/>
                </a:solidFill>
                <a:latin typeface="Century Gothic"/>
                <a:ea typeface="Century Gothic"/>
                <a:cs typeface="Century Gothic"/>
                <a:sym typeface="Century Gothic"/>
              </a:defRPr>
            </a:lvl1pPr>
            <a:lvl2pPr indent="-228600" lvl="1" marL="914400" marR="0" rtl="0" algn="l">
              <a:lnSpc>
                <a:spcPct val="90000"/>
              </a:lnSpc>
              <a:spcBef>
                <a:spcPts val="500"/>
              </a:spcBef>
              <a:spcAft>
                <a:spcPts val="0"/>
              </a:spcAft>
              <a:buClr>
                <a:schemeClr val="lt1"/>
              </a:buClr>
              <a:buSzPts val="2000"/>
              <a:buFont typeface="Arial"/>
              <a:buNone/>
              <a:defRPr b="0" i="0" sz="1200" u="none" cap="none" strike="noStrike">
                <a:solidFill>
                  <a:schemeClr val="lt1"/>
                </a:solidFill>
                <a:latin typeface="Century Gothic"/>
                <a:ea typeface="Century Gothic"/>
                <a:cs typeface="Century Gothic"/>
                <a:sym typeface="Century Gothic"/>
              </a:defRPr>
            </a:lvl2pPr>
            <a:lvl3pPr indent="-228600" lvl="2" marL="1371600" marR="0" rtl="0" algn="l">
              <a:lnSpc>
                <a:spcPct val="90000"/>
              </a:lnSpc>
              <a:spcBef>
                <a:spcPts val="500"/>
              </a:spcBef>
              <a:spcAft>
                <a:spcPts val="0"/>
              </a:spcAft>
              <a:buClr>
                <a:schemeClr val="lt1"/>
              </a:buClr>
              <a:buSzPts val="1800"/>
              <a:buFont typeface="Arial"/>
              <a:buNone/>
              <a:defRPr b="0" i="0" sz="1000" u="none" cap="none" strike="noStrike">
                <a:solidFill>
                  <a:schemeClr val="lt1"/>
                </a:solidFill>
                <a:latin typeface="Century Gothic"/>
                <a:ea typeface="Century Gothic"/>
                <a:cs typeface="Century Gothic"/>
                <a:sym typeface="Century Gothic"/>
              </a:defRPr>
            </a:lvl3pPr>
            <a:lvl4pPr indent="-228600" lvl="3" marL="18288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4pPr>
            <a:lvl5pPr indent="-228600" lvl="4" marL="22860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5pPr>
            <a:lvl6pPr indent="-228600" lvl="5" marL="27432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6pPr>
            <a:lvl7pPr indent="-228600" lvl="6" marL="32004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7pPr>
            <a:lvl8pPr indent="-228600" lvl="7" marL="36576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8pPr>
            <a:lvl9pPr indent="-228600" lvl="8" marL="4114800" marR="0" rtl="0" algn="l">
              <a:lnSpc>
                <a:spcPct val="90000"/>
              </a:lnSpc>
              <a:spcBef>
                <a:spcPts val="500"/>
              </a:spcBef>
              <a:spcAft>
                <a:spcPts val="0"/>
              </a:spcAft>
              <a:buClr>
                <a:schemeClr val="lt1"/>
              </a:buClr>
              <a:buSzPts val="1600"/>
              <a:buFont typeface="Arial"/>
              <a:buNone/>
              <a:defRPr b="0" i="0" sz="900" u="none" cap="none" strike="noStrike">
                <a:solidFill>
                  <a:schemeClr val="lt1"/>
                </a:solidFill>
                <a:latin typeface="Century Gothic"/>
                <a:ea typeface="Century Gothic"/>
                <a:cs typeface="Century Gothic"/>
                <a:sym typeface="Century Gothic"/>
              </a:defRPr>
            </a:lvl9pPr>
          </a:lstStyle>
          <a:p/>
        </p:txBody>
      </p:sp>
      <p:sp>
        <p:nvSpPr>
          <p:cNvPr id="124" name="Google Shape;124;p16"/>
          <p:cNvSpPr txBox="1"/>
          <p:nvPr>
            <p:ph idx="10" type="dt"/>
          </p:nvPr>
        </p:nvSpPr>
        <p:spPr>
          <a:xfrm>
            <a:off x="8595360" y="6356350"/>
            <a:ext cx="2910840" cy="365125"/>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25" name="Google Shape;125;p16"/>
          <p:cNvSpPr txBox="1"/>
          <p:nvPr>
            <p:ph idx="11" type="ftr"/>
          </p:nvPr>
        </p:nvSpPr>
        <p:spPr>
          <a:xfrm>
            <a:off x="685800" y="6355845"/>
            <a:ext cx="77724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26" name="Google Shape;126;p16"/>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lt1"/>
                </a:solidFill>
                <a:latin typeface="Century Gothic"/>
                <a:ea typeface="Century Gothic"/>
                <a:cs typeface="Century Gothic"/>
                <a:sym typeface="Century Gothic"/>
              </a:defRPr>
            </a:lvl1pPr>
            <a:lvl2pPr indent="0" lvl="1" marL="0" marR="0" rtl="0" algn="r">
              <a:spcBef>
                <a:spcPts val="0"/>
              </a:spcBef>
              <a:buNone/>
              <a:defRPr b="0" i="0" sz="1050" u="none" cap="none" strike="noStrike">
                <a:solidFill>
                  <a:schemeClr val="lt1"/>
                </a:solidFill>
                <a:latin typeface="Century Gothic"/>
                <a:ea typeface="Century Gothic"/>
                <a:cs typeface="Century Gothic"/>
                <a:sym typeface="Century Gothic"/>
              </a:defRPr>
            </a:lvl2pPr>
            <a:lvl3pPr indent="0" lvl="2" marL="0" marR="0" rtl="0" algn="r">
              <a:spcBef>
                <a:spcPts val="0"/>
              </a:spcBef>
              <a:buNone/>
              <a:defRPr b="0" i="0" sz="1050" u="none" cap="none" strike="noStrike">
                <a:solidFill>
                  <a:schemeClr val="lt1"/>
                </a:solidFill>
                <a:latin typeface="Century Gothic"/>
                <a:ea typeface="Century Gothic"/>
                <a:cs typeface="Century Gothic"/>
                <a:sym typeface="Century Gothic"/>
              </a:defRPr>
            </a:lvl3pPr>
            <a:lvl4pPr indent="0" lvl="3" marL="0" marR="0" rtl="0" algn="r">
              <a:spcBef>
                <a:spcPts val="0"/>
              </a:spcBef>
              <a:buNone/>
              <a:defRPr b="0" i="0" sz="1050" u="none" cap="none" strike="noStrike">
                <a:solidFill>
                  <a:schemeClr val="lt1"/>
                </a:solidFill>
                <a:latin typeface="Century Gothic"/>
                <a:ea typeface="Century Gothic"/>
                <a:cs typeface="Century Gothic"/>
                <a:sym typeface="Century Gothic"/>
              </a:defRPr>
            </a:lvl4pPr>
            <a:lvl5pPr indent="0" lvl="4" marL="0" marR="0" rtl="0" algn="r">
              <a:spcBef>
                <a:spcPts val="0"/>
              </a:spcBef>
              <a:buNone/>
              <a:defRPr b="0" i="0" sz="1050" u="none" cap="none" strike="noStrike">
                <a:solidFill>
                  <a:schemeClr val="lt1"/>
                </a:solidFill>
                <a:latin typeface="Century Gothic"/>
                <a:ea typeface="Century Gothic"/>
                <a:cs typeface="Century Gothic"/>
                <a:sym typeface="Century Gothic"/>
              </a:defRPr>
            </a:lvl5pPr>
            <a:lvl6pPr indent="0" lvl="5" marL="0" marR="0" rtl="0" algn="r">
              <a:spcBef>
                <a:spcPts val="0"/>
              </a:spcBef>
              <a:buNone/>
              <a:defRPr b="0" i="0" sz="1050" u="none" cap="none" strike="noStrike">
                <a:solidFill>
                  <a:schemeClr val="lt1"/>
                </a:solidFill>
                <a:latin typeface="Century Gothic"/>
                <a:ea typeface="Century Gothic"/>
                <a:cs typeface="Century Gothic"/>
                <a:sym typeface="Century Gothic"/>
              </a:defRPr>
            </a:lvl6pPr>
            <a:lvl7pPr indent="0" lvl="6" marL="0" marR="0" rtl="0" algn="r">
              <a:spcBef>
                <a:spcPts val="0"/>
              </a:spcBef>
              <a:buNone/>
              <a:defRPr b="0" i="0" sz="1050" u="none" cap="none" strike="noStrike">
                <a:solidFill>
                  <a:schemeClr val="lt1"/>
                </a:solidFill>
                <a:latin typeface="Century Gothic"/>
                <a:ea typeface="Century Gothic"/>
                <a:cs typeface="Century Gothic"/>
                <a:sym typeface="Century Gothic"/>
              </a:defRPr>
            </a:lvl7pPr>
            <a:lvl8pPr indent="0" lvl="7" marL="0" marR="0" rtl="0" algn="r">
              <a:spcBef>
                <a:spcPts val="0"/>
              </a:spcBef>
              <a:buNone/>
              <a:defRPr b="0" i="0" sz="1050" u="none" cap="none" strike="noStrike">
                <a:solidFill>
                  <a:schemeClr val="lt1"/>
                </a:solidFill>
                <a:latin typeface="Century Gothic"/>
                <a:ea typeface="Century Gothic"/>
                <a:cs typeface="Century Gothic"/>
                <a:sym typeface="Century Gothic"/>
              </a:defRPr>
            </a:lvl8pPr>
            <a:lvl9pPr indent="0" lvl="8" marL="0" marR="0" rtl="0" algn="r">
              <a:spcBef>
                <a:spcPts val="0"/>
              </a:spcBef>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27" name="Shape 127"/>
        <p:cNvGrpSpPr/>
        <p:nvPr/>
      </p:nvGrpSpPr>
      <p:grpSpPr>
        <a:xfrm>
          <a:off x="0" y="0"/>
          <a:ext cx="0" cy="0"/>
          <a:chOff x="0" y="0"/>
          <a:chExt cx="0" cy="0"/>
        </a:xfrm>
      </p:grpSpPr>
      <p:sp>
        <p:nvSpPr>
          <p:cNvPr id="128" name="Google Shape;128;p17"/>
          <p:cNvSpPr txBox="1"/>
          <p:nvPr>
            <p:ph type="title"/>
          </p:nvPr>
        </p:nvSpPr>
        <p:spPr>
          <a:xfrm>
            <a:off x="2895600" y="764373"/>
            <a:ext cx="8610600" cy="1293028"/>
          </a:xfrm>
          <a:prstGeom prst="rect">
            <a:avLst/>
          </a:prstGeom>
          <a:noFill/>
          <a:ln>
            <a:noFill/>
          </a:ln>
        </p:spPr>
        <p:txBody>
          <a:bodyPr anchorCtr="0" anchor="ctr" bIns="91425" lIns="91425" spcFirstLastPara="1" rIns="91425" wrap="square" tIns="91425">
            <a:noAutofit/>
          </a:bodyPr>
          <a:lstStyle>
            <a:lvl1pPr indent="0" lvl="0" marL="0" marR="0" rtl="0" algn="r">
              <a:lnSpc>
                <a:spcPct val="90000"/>
              </a:lnSpc>
              <a:spcBef>
                <a:spcPts val="0"/>
              </a:spcBef>
              <a:spcAft>
                <a:spcPts val="0"/>
              </a:spcAft>
              <a:buClr>
                <a:schemeClr val="lt1"/>
              </a:buClr>
              <a:buSzPts val="1400"/>
              <a:buFont typeface="Century Gothic"/>
              <a:buNone/>
              <a:defRPr b="0" i="0" sz="4000" u="none" cap="none" strike="noStrike">
                <a:solidFill>
                  <a:schemeClr val="lt1"/>
                </a:solidFill>
                <a:latin typeface="Century Gothic"/>
                <a:ea typeface="Century Gothic"/>
                <a:cs typeface="Century Gothic"/>
                <a:sym typeface="Century Gothic"/>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29" name="Google Shape;129;p17"/>
          <p:cNvSpPr txBox="1"/>
          <p:nvPr>
            <p:ph idx="1" type="body"/>
          </p:nvPr>
        </p:nvSpPr>
        <p:spPr>
          <a:xfrm rot="5400000">
            <a:off x="4083937" y="-1203579"/>
            <a:ext cx="4024125" cy="10820400"/>
          </a:xfrm>
          <a:prstGeom prst="rect">
            <a:avLst/>
          </a:prstGeom>
          <a:noFill/>
          <a:ln>
            <a:noFill/>
          </a:ln>
        </p:spPr>
        <p:txBody>
          <a:bodyPr anchorCtr="0" anchor="t" bIns="91425" lIns="91425" spcFirstLastPara="1" rIns="91425" wrap="square" tIns="91425">
            <a:noAutofit/>
          </a:bodyPr>
          <a:lstStyle>
            <a:lvl1pPr indent="-368300" lvl="0" marL="457200" marR="0" rtl="0" algn="l">
              <a:lnSpc>
                <a:spcPct val="90000"/>
              </a:lnSpc>
              <a:spcBef>
                <a:spcPts val="1000"/>
              </a:spcBef>
              <a:spcAft>
                <a:spcPts val="0"/>
              </a:spcAft>
              <a:buClr>
                <a:schemeClr val="lt1"/>
              </a:buClr>
              <a:buSzPts val="2200"/>
              <a:buFont typeface="Arial"/>
              <a:buChar char="•"/>
              <a:defRPr b="0" i="0" sz="2200" u="none" cap="none" strike="noStrike">
                <a:solidFill>
                  <a:schemeClr val="lt1"/>
                </a:solidFill>
                <a:latin typeface="Century Gothic"/>
                <a:ea typeface="Century Gothic"/>
                <a:cs typeface="Century Gothic"/>
                <a:sym typeface="Century Gothic"/>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entury Gothic"/>
                <a:ea typeface="Century Gothic"/>
                <a:cs typeface="Century Gothic"/>
                <a:sym typeface="Century Gothic"/>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entury Gothic"/>
                <a:ea typeface="Century Gothic"/>
                <a:cs typeface="Century Gothic"/>
                <a:sym typeface="Century Gothic"/>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5pPr>
            <a:lvl6pPr indent="-330200" lvl="5" marL="27432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6pPr>
            <a:lvl7pPr indent="-330200" lvl="6" marL="32004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7pPr>
            <a:lvl8pPr indent="-330200" lvl="7" marL="36576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8pPr>
            <a:lvl9pPr indent="-330200" lvl="8" marL="4114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9pPr>
          </a:lstStyle>
          <a:p/>
        </p:txBody>
      </p:sp>
      <p:sp>
        <p:nvSpPr>
          <p:cNvPr id="130" name="Google Shape;130;p17"/>
          <p:cNvSpPr txBox="1"/>
          <p:nvPr>
            <p:ph idx="10" type="dt"/>
          </p:nvPr>
        </p:nvSpPr>
        <p:spPr>
          <a:xfrm>
            <a:off x="8595360" y="6356350"/>
            <a:ext cx="2910840" cy="365125"/>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31" name="Google Shape;131;p17"/>
          <p:cNvSpPr txBox="1"/>
          <p:nvPr>
            <p:ph idx="11" type="ftr"/>
          </p:nvPr>
        </p:nvSpPr>
        <p:spPr>
          <a:xfrm>
            <a:off x="685800" y="6355845"/>
            <a:ext cx="77724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32" name="Google Shape;132;p17"/>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lt1"/>
                </a:solidFill>
                <a:latin typeface="Century Gothic"/>
                <a:ea typeface="Century Gothic"/>
                <a:cs typeface="Century Gothic"/>
                <a:sym typeface="Century Gothic"/>
              </a:defRPr>
            </a:lvl1pPr>
            <a:lvl2pPr indent="0" lvl="1" marL="0" marR="0" rtl="0" algn="r">
              <a:spcBef>
                <a:spcPts val="0"/>
              </a:spcBef>
              <a:buNone/>
              <a:defRPr b="0" i="0" sz="1050" u="none" cap="none" strike="noStrike">
                <a:solidFill>
                  <a:schemeClr val="lt1"/>
                </a:solidFill>
                <a:latin typeface="Century Gothic"/>
                <a:ea typeface="Century Gothic"/>
                <a:cs typeface="Century Gothic"/>
                <a:sym typeface="Century Gothic"/>
              </a:defRPr>
            </a:lvl2pPr>
            <a:lvl3pPr indent="0" lvl="2" marL="0" marR="0" rtl="0" algn="r">
              <a:spcBef>
                <a:spcPts val="0"/>
              </a:spcBef>
              <a:buNone/>
              <a:defRPr b="0" i="0" sz="1050" u="none" cap="none" strike="noStrike">
                <a:solidFill>
                  <a:schemeClr val="lt1"/>
                </a:solidFill>
                <a:latin typeface="Century Gothic"/>
                <a:ea typeface="Century Gothic"/>
                <a:cs typeface="Century Gothic"/>
                <a:sym typeface="Century Gothic"/>
              </a:defRPr>
            </a:lvl3pPr>
            <a:lvl4pPr indent="0" lvl="3" marL="0" marR="0" rtl="0" algn="r">
              <a:spcBef>
                <a:spcPts val="0"/>
              </a:spcBef>
              <a:buNone/>
              <a:defRPr b="0" i="0" sz="1050" u="none" cap="none" strike="noStrike">
                <a:solidFill>
                  <a:schemeClr val="lt1"/>
                </a:solidFill>
                <a:latin typeface="Century Gothic"/>
                <a:ea typeface="Century Gothic"/>
                <a:cs typeface="Century Gothic"/>
                <a:sym typeface="Century Gothic"/>
              </a:defRPr>
            </a:lvl4pPr>
            <a:lvl5pPr indent="0" lvl="4" marL="0" marR="0" rtl="0" algn="r">
              <a:spcBef>
                <a:spcPts val="0"/>
              </a:spcBef>
              <a:buNone/>
              <a:defRPr b="0" i="0" sz="1050" u="none" cap="none" strike="noStrike">
                <a:solidFill>
                  <a:schemeClr val="lt1"/>
                </a:solidFill>
                <a:latin typeface="Century Gothic"/>
                <a:ea typeface="Century Gothic"/>
                <a:cs typeface="Century Gothic"/>
                <a:sym typeface="Century Gothic"/>
              </a:defRPr>
            </a:lvl5pPr>
            <a:lvl6pPr indent="0" lvl="5" marL="0" marR="0" rtl="0" algn="r">
              <a:spcBef>
                <a:spcPts val="0"/>
              </a:spcBef>
              <a:buNone/>
              <a:defRPr b="0" i="0" sz="1050" u="none" cap="none" strike="noStrike">
                <a:solidFill>
                  <a:schemeClr val="lt1"/>
                </a:solidFill>
                <a:latin typeface="Century Gothic"/>
                <a:ea typeface="Century Gothic"/>
                <a:cs typeface="Century Gothic"/>
                <a:sym typeface="Century Gothic"/>
              </a:defRPr>
            </a:lvl6pPr>
            <a:lvl7pPr indent="0" lvl="6" marL="0" marR="0" rtl="0" algn="r">
              <a:spcBef>
                <a:spcPts val="0"/>
              </a:spcBef>
              <a:buNone/>
              <a:defRPr b="0" i="0" sz="1050" u="none" cap="none" strike="noStrike">
                <a:solidFill>
                  <a:schemeClr val="lt1"/>
                </a:solidFill>
                <a:latin typeface="Century Gothic"/>
                <a:ea typeface="Century Gothic"/>
                <a:cs typeface="Century Gothic"/>
                <a:sym typeface="Century Gothic"/>
              </a:defRPr>
            </a:lvl7pPr>
            <a:lvl8pPr indent="0" lvl="7" marL="0" marR="0" rtl="0" algn="r">
              <a:spcBef>
                <a:spcPts val="0"/>
              </a:spcBef>
              <a:buNone/>
              <a:defRPr b="0" i="0" sz="1050" u="none" cap="none" strike="noStrike">
                <a:solidFill>
                  <a:schemeClr val="lt1"/>
                </a:solidFill>
                <a:latin typeface="Century Gothic"/>
                <a:ea typeface="Century Gothic"/>
                <a:cs typeface="Century Gothic"/>
                <a:sym typeface="Century Gothic"/>
              </a:defRPr>
            </a:lvl8pPr>
            <a:lvl9pPr indent="0" lvl="8" marL="0" marR="0" rtl="0" algn="r">
              <a:spcBef>
                <a:spcPts val="0"/>
              </a:spcBef>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showMasterSp="0" type="vertTitleAndTx">
  <p:cSld name="VERTICAL_TITLE_AND_VERTICAL_TEXT">
    <p:spTree>
      <p:nvGrpSpPr>
        <p:cNvPr id="133" name="Shape 133"/>
        <p:cNvGrpSpPr/>
        <p:nvPr/>
      </p:nvGrpSpPr>
      <p:grpSpPr>
        <a:xfrm>
          <a:off x="0" y="0"/>
          <a:ext cx="0" cy="0"/>
          <a:chOff x="0" y="0"/>
          <a:chExt cx="0" cy="0"/>
        </a:xfrm>
      </p:grpSpPr>
      <p:pic>
        <p:nvPicPr>
          <p:cNvPr descr="C0-HD-BTM.png" id="134" name="Google Shape;134;p18"/>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35" name="Google Shape;135;p18"/>
          <p:cNvSpPr txBox="1"/>
          <p:nvPr>
            <p:ph type="title"/>
          </p:nvPr>
        </p:nvSpPr>
        <p:spPr>
          <a:xfrm rot="5400000">
            <a:off x="8525933" y="1667933"/>
            <a:ext cx="3903133" cy="2057400"/>
          </a:xfrm>
          <a:prstGeom prst="rect">
            <a:avLst/>
          </a:prstGeom>
          <a:noFill/>
          <a:ln>
            <a:noFill/>
          </a:ln>
        </p:spPr>
        <p:txBody>
          <a:bodyPr anchorCtr="0" anchor="ctr" bIns="91425" lIns="91425" spcFirstLastPara="1" rIns="91425" wrap="square" tIns="91425">
            <a:noAutofit/>
          </a:bodyPr>
          <a:lstStyle>
            <a:lvl1pPr indent="0" lvl="0" marL="0" marR="0" rtl="0" algn="l">
              <a:lnSpc>
                <a:spcPct val="90000"/>
              </a:lnSpc>
              <a:spcBef>
                <a:spcPts val="0"/>
              </a:spcBef>
              <a:spcAft>
                <a:spcPts val="0"/>
              </a:spcAft>
              <a:buClr>
                <a:schemeClr val="lt1"/>
              </a:buClr>
              <a:buSzPts val="1400"/>
              <a:buFont typeface="Century Gothic"/>
              <a:buNone/>
              <a:defRPr b="0" i="0" sz="4000" u="none" cap="none" strike="noStrike">
                <a:solidFill>
                  <a:schemeClr val="lt1"/>
                </a:solidFill>
                <a:latin typeface="Century Gothic"/>
                <a:ea typeface="Century Gothic"/>
                <a:cs typeface="Century Gothic"/>
                <a:sym typeface="Century Gothic"/>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36" name="Google Shape;136;p18"/>
          <p:cNvSpPr txBox="1"/>
          <p:nvPr>
            <p:ph idx="1" type="body"/>
          </p:nvPr>
        </p:nvSpPr>
        <p:spPr>
          <a:xfrm rot="5400000">
            <a:off x="3175000" y="-1405467"/>
            <a:ext cx="3903133" cy="8204201"/>
          </a:xfrm>
          <a:prstGeom prst="rect">
            <a:avLst/>
          </a:prstGeom>
          <a:noFill/>
          <a:ln>
            <a:noFill/>
          </a:ln>
        </p:spPr>
        <p:txBody>
          <a:bodyPr anchorCtr="0" anchor="t" bIns="91425" lIns="91425" spcFirstLastPara="1" rIns="91425" wrap="square" tIns="91425">
            <a:noAutofit/>
          </a:bodyPr>
          <a:lstStyle>
            <a:lvl1pPr indent="-368300" lvl="0" marL="457200" marR="0" rtl="0" algn="l">
              <a:lnSpc>
                <a:spcPct val="90000"/>
              </a:lnSpc>
              <a:spcBef>
                <a:spcPts val="1000"/>
              </a:spcBef>
              <a:spcAft>
                <a:spcPts val="0"/>
              </a:spcAft>
              <a:buClr>
                <a:schemeClr val="lt1"/>
              </a:buClr>
              <a:buSzPts val="2200"/>
              <a:buFont typeface="Arial"/>
              <a:buChar char="•"/>
              <a:defRPr b="0" i="0" sz="2200" u="none" cap="none" strike="noStrike">
                <a:solidFill>
                  <a:schemeClr val="lt1"/>
                </a:solidFill>
                <a:latin typeface="Century Gothic"/>
                <a:ea typeface="Century Gothic"/>
                <a:cs typeface="Century Gothic"/>
                <a:sym typeface="Century Gothic"/>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entury Gothic"/>
                <a:ea typeface="Century Gothic"/>
                <a:cs typeface="Century Gothic"/>
                <a:sym typeface="Century Gothic"/>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entury Gothic"/>
                <a:ea typeface="Century Gothic"/>
                <a:cs typeface="Century Gothic"/>
                <a:sym typeface="Century Gothic"/>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5pPr>
            <a:lvl6pPr indent="-330200" lvl="5" marL="27432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6pPr>
            <a:lvl7pPr indent="-330200" lvl="6" marL="32004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7pPr>
            <a:lvl8pPr indent="-330200" lvl="7" marL="36576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8pPr>
            <a:lvl9pPr indent="-330200" lvl="8" marL="4114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9pPr>
          </a:lstStyle>
          <a:p/>
        </p:txBody>
      </p:sp>
      <p:sp>
        <p:nvSpPr>
          <p:cNvPr id="137" name="Google Shape;137;p18"/>
          <p:cNvSpPr txBox="1"/>
          <p:nvPr>
            <p:ph idx="10" type="dt"/>
          </p:nvPr>
        </p:nvSpPr>
        <p:spPr>
          <a:xfrm>
            <a:off x="7814452" y="379941"/>
            <a:ext cx="2910840" cy="365125"/>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38" name="Google Shape;138;p18"/>
          <p:cNvSpPr txBox="1"/>
          <p:nvPr>
            <p:ph idx="11" type="ftr"/>
          </p:nvPr>
        </p:nvSpPr>
        <p:spPr>
          <a:xfrm>
            <a:off x="685800" y="381000"/>
            <a:ext cx="6991492"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39" name="Google Shape;139;p18"/>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lt1"/>
                </a:solidFill>
                <a:latin typeface="Century Gothic"/>
                <a:ea typeface="Century Gothic"/>
                <a:cs typeface="Century Gothic"/>
                <a:sym typeface="Century Gothic"/>
              </a:defRPr>
            </a:lvl1pPr>
            <a:lvl2pPr indent="0" lvl="1" marL="0" marR="0" rtl="0" algn="r">
              <a:spcBef>
                <a:spcPts val="0"/>
              </a:spcBef>
              <a:buNone/>
              <a:defRPr b="0" i="0" sz="1050" u="none" cap="none" strike="noStrike">
                <a:solidFill>
                  <a:schemeClr val="lt1"/>
                </a:solidFill>
                <a:latin typeface="Century Gothic"/>
                <a:ea typeface="Century Gothic"/>
                <a:cs typeface="Century Gothic"/>
                <a:sym typeface="Century Gothic"/>
              </a:defRPr>
            </a:lvl2pPr>
            <a:lvl3pPr indent="0" lvl="2" marL="0" marR="0" rtl="0" algn="r">
              <a:spcBef>
                <a:spcPts val="0"/>
              </a:spcBef>
              <a:buNone/>
              <a:defRPr b="0" i="0" sz="1050" u="none" cap="none" strike="noStrike">
                <a:solidFill>
                  <a:schemeClr val="lt1"/>
                </a:solidFill>
                <a:latin typeface="Century Gothic"/>
                <a:ea typeface="Century Gothic"/>
                <a:cs typeface="Century Gothic"/>
                <a:sym typeface="Century Gothic"/>
              </a:defRPr>
            </a:lvl3pPr>
            <a:lvl4pPr indent="0" lvl="3" marL="0" marR="0" rtl="0" algn="r">
              <a:spcBef>
                <a:spcPts val="0"/>
              </a:spcBef>
              <a:buNone/>
              <a:defRPr b="0" i="0" sz="1050" u="none" cap="none" strike="noStrike">
                <a:solidFill>
                  <a:schemeClr val="lt1"/>
                </a:solidFill>
                <a:latin typeface="Century Gothic"/>
                <a:ea typeface="Century Gothic"/>
                <a:cs typeface="Century Gothic"/>
                <a:sym typeface="Century Gothic"/>
              </a:defRPr>
            </a:lvl4pPr>
            <a:lvl5pPr indent="0" lvl="4" marL="0" marR="0" rtl="0" algn="r">
              <a:spcBef>
                <a:spcPts val="0"/>
              </a:spcBef>
              <a:buNone/>
              <a:defRPr b="0" i="0" sz="1050" u="none" cap="none" strike="noStrike">
                <a:solidFill>
                  <a:schemeClr val="lt1"/>
                </a:solidFill>
                <a:latin typeface="Century Gothic"/>
                <a:ea typeface="Century Gothic"/>
                <a:cs typeface="Century Gothic"/>
                <a:sym typeface="Century Gothic"/>
              </a:defRPr>
            </a:lvl5pPr>
            <a:lvl6pPr indent="0" lvl="5" marL="0" marR="0" rtl="0" algn="r">
              <a:spcBef>
                <a:spcPts val="0"/>
              </a:spcBef>
              <a:buNone/>
              <a:defRPr b="0" i="0" sz="1050" u="none" cap="none" strike="noStrike">
                <a:solidFill>
                  <a:schemeClr val="lt1"/>
                </a:solidFill>
                <a:latin typeface="Century Gothic"/>
                <a:ea typeface="Century Gothic"/>
                <a:cs typeface="Century Gothic"/>
                <a:sym typeface="Century Gothic"/>
              </a:defRPr>
            </a:lvl6pPr>
            <a:lvl7pPr indent="0" lvl="6" marL="0" marR="0" rtl="0" algn="r">
              <a:spcBef>
                <a:spcPts val="0"/>
              </a:spcBef>
              <a:buNone/>
              <a:defRPr b="0" i="0" sz="1050" u="none" cap="none" strike="noStrike">
                <a:solidFill>
                  <a:schemeClr val="lt1"/>
                </a:solidFill>
                <a:latin typeface="Century Gothic"/>
                <a:ea typeface="Century Gothic"/>
                <a:cs typeface="Century Gothic"/>
                <a:sym typeface="Century Gothic"/>
              </a:defRPr>
            </a:lvl7pPr>
            <a:lvl8pPr indent="0" lvl="7" marL="0" marR="0" rtl="0" algn="r">
              <a:spcBef>
                <a:spcPts val="0"/>
              </a:spcBef>
              <a:buNone/>
              <a:defRPr b="0" i="0" sz="1050" u="none" cap="none" strike="noStrike">
                <a:solidFill>
                  <a:schemeClr val="lt1"/>
                </a:solidFill>
                <a:latin typeface="Century Gothic"/>
                <a:ea typeface="Century Gothic"/>
                <a:cs typeface="Century Gothic"/>
                <a:sym typeface="Century Gothic"/>
              </a:defRPr>
            </a:lvl8pPr>
            <a:lvl9pPr indent="0" lvl="8" marL="0" marR="0" rtl="0" algn="r">
              <a:spcBef>
                <a:spcPts val="0"/>
              </a:spcBef>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pic>
        <p:nvPicPr>
          <p:cNvPr descr="C0-HD-TOP.png" id="6" name="Google Shape;6;p1"/>
          <p:cNvPicPr preferRelativeResize="0"/>
          <p:nvPr/>
        </p:nvPicPr>
        <p:blipFill rotWithShape="1">
          <a:blip r:embed="rId1">
            <a:alphaModFix/>
          </a:blip>
          <a:srcRect b="0" l="0" r="0" t="0"/>
          <a:stretch/>
        </p:blipFill>
        <p:spPr>
          <a:xfrm>
            <a:off x="0" y="0"/>
            <a:ext cx="12192000" cy="1441450"/>
          </a:xfrm>
          <a:prstGeom prst="rect">
            <a:avLst/>
          </a:prstGeom>
          <a:noFill/>
          <a:ln>
            <a:noFill/>
          </a:ln>
        </p:spPr>
      </p:pic>
      <p:sp>
        <p:nvSpPr>
          <p:cNvPr id="7" name="Google Shape;7;p1"/>
          <p:cNvSpPr txBox="1"/>
          <p:nvPr>
            <p:ph type="title"/>
          </p:nvPr>
        </p:nvSpPr>
        <p:spPr>
          <a:xfrm>
            <a:off x="2895600" y="764373"/>
            <a:ext cx="8610600" cy="1293028"/>
          </a:xfrm>
          <a:prstGeom prst="rect">
            <a:avLst/>
          </a:prstGeom>
          <a:noFill/>
          <a:ln>
            <a:noFill/>
          </a:ln>
        </p:spPr>
        <p:txBody>
          <a:bodyPr anchorCtr="0" anchor="ctr" bIns="91425" lIns="91425" spcFirstLastPara="1" rIns="91425" wrap="square" tIns="91425">
            <a:noAutofit/>
          </a:bodyPr>
          <a:lstStyle>
            <a:lvl1pPr indent="0" lvl="0" marL="0" marR="0" rtl="0" algn="r">
              <a:lnSpc>
                <a:spcPct val="90000"/>
              </a:lnSpc>
              <a:spcBef>
                <a:spcPts val="0"/>
              </a:spcBef>
              <a:spcAft>
                <a:spcPts val="0"/>
              </a:spcAft>
              <a:buClr>
                <a:schemeClr val="lt1"/>
              </a:buClr>
              <a:buSzPts val="1400"/>
              <a:buFont typeface="Century Gothic"/>
              <a:buNone/>
              <a:defRPr b="0" i="0" sz="4000" u="none" cap="none" strike="noStrike">
                <a:solidFill>
                  <a:schemeClr val="lt1"/>
                </a:solidFill>
                <a:latin typeface="Century Gothic"/>
                <a:ea typeface="Century Gothic"/>
                <a:cs typeface="Century Gothic"/>
                <a:sym typeface="Century Gothic"/>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8" name="Google Shape;8;p1"/>
          <p:cNvSpPr txBox="1"/>
          <p:nvPr>
            <p:ph idx="1" type="body"/>
          </p:nvPr>
        </p:nvSpPr>
        <p:spPr>
          <a:xfrm>
            <a:off x="685800" y="2194560"/>
            <a:ext cx="10820400" cy="4024125"/>
          </a:xfrm>
          <a:prstGeom prst="rect">
            <a:avLst/>
          </a:prstGeom>
          <a:noFill/>
          <a:ln>
            <a:noFill/>
          </a:ln>
        </p:spPr>
        <p:txBody>
          <a:bodyPr anchorCtr="0" anchor="t" bIns="91425" lIns="91425" spcFirstLastPara="1" rIns="91425" wrap="square" tIns="91425">
            <a:noAutofit/>
          </a:bodyPr>
          <a:lstStyle>
            <a:lvl1pPr indent="-368300" lvl="0" marL="457200" marR="0" rtl="0" algn="l">
              <a:lnSpc>
                <a:spcPct val="90000"/>
              </a:lnSpc>
              <a:spcBef>
                <a:spcPts val="1000"/>
              </a:spcBef>
              <a:spcAft>
                <a:spcPts val="0"/>
              </a:spcAft>
              <a:buClr>
                <a:schemeClr val="lt1"/>
              </a:buClr>
              <a:buSzPts val="2200"/>
              <a:buFont typeface="Arial"/>
              <a:buChar char="•"/>
              <a:defRPr b="0" i="0" sz="2200" u="none" cap="none" strike="noStrike">
                <a:solidFill>
                  <a:schemeClr val="lt1"/>
                </a:solidFill>
                <a:latin typeface="Century Gothic"/>
                <a:ea typeface="Century Gothic"/>
                <a:cs typeface="Century Gothic"/>
                <a:sym typeface="Century Gothic"/>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entury Gothic"/>
                <a:ea typeface="Century Gothic"/>
                <a:cs typeface="Century Gothic"/>
                <a:sym typeface="Century Gothic"/>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entury Gothic"/>
                <a:ea typeface="Century Gothic"/>
                <a:cs typeface="Century Gothic"/>
                <a:sym typeface="Century Gothic"/>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5pPr>
            <a:lvl6pPr indent="-330200" lvl="5" marL="27432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6pPr>
            <a:lvl7pPr indent="-330200" lvl="6" marL="32004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7pPr>
            <a:lvl8pPr indent="-330200" lvl="7" marL="36576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8pPr>
            <a:lvl9pPr indent="-330200" lvl="8" marL="4114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9pPr>
          </a:lstStyle>
          <a:p/>
        </p:txBody>
      </p:sp>
      <p:sp>
        <p:nvSpPr>
          <p:cNvPr id="9" name="Google Shape;9;p1"/>
          <p:cNvSpPr txBox="1"/>
          <p:nvPr>
            <p:ph idx="10" type="dt"/>
          </p:nvPr>
        </p:nvSpPr>
        <p:spPr>
          <a:xfrm>
            <a:off x="8595360" y="6356350"/>
            <a:ext cx="2910840" cy="365125"/>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0" name="Google Shape;10;p1"/>
          <p:cNvSpPr txBox="1"/>
          <p:nvPr>
            <p:ph idx="11" type="ftr"/>
          </p:nvPr>
        </p:nvSpPr>
        <p:spPr>
          <a:xfrm>
            <a:off x="685800" y="6355845"/>
            <a:ext cx="77724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indent="0" lvl="1" marL="457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indent="0" lvl="2" marL="914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indent="0" lvl="3" marL="1371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indent="0" lvl="4" marL="18288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indent="0" lvl="5" marL="22860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indent="0" lvl="6" marL="27432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indent="0" lvl="7" marL="32004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indent="0" lvl="8" marL="3657600"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1" name="Google Shape;11;p1"/>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lt1"/>
                </a:solidFill>
                <a:latin typeface="Century Gothic"/>
                <a:ea typeface="Century Gothic"/>
                <a:cs typeface="Century Gothic"/>
                <a:sym typeface="Century Gothic"/>
              </a:defRPr>
            </a:lvl1pPr>
            <a:lvl2pPr indent="0" lvl="1" marL="0" marR="0" rtl="0" algn="r">
              <a:spcBef>
                <a:spcPts val="0"/>
              </a:spcBef>
              <a:buNone/>
              <a:defRPr b="0" i="0" sz="1050" u="none" cap="none" strike="noStrike">
                <a:solidFill>
                  <a:schemeClr val="lt1"/>
                </a:solidFill>
                <a:latin typeface="Century Gothic"/>
                <a:ea typeface="Century Gothic"/>
                <a:cs typeface="Century Gothic"/>
                <a:sym typeface="Century Gothic"/>
              </a:defRPr>
            </a:lvl2pPr>
            <a:lvl3pPr indent="0" lvl="2" marL="0" marR="0" rtl="0" algn="r">
              <a:spcBef>
                <a:spcPts val="0"/>
              </a:spcBef>
              <a:buNone/>
              <a:defRPr b="0" i="0" sz="1050" u="none" cap="none" strike="noStrike">
                <a:solidFill>
                  <a:schemeClr val="lt1"/>
                </a:solidFill>
                <a:latin typeface="Century Gothic"/>
                <a:ea typeface="Century Gothic"/>
                <a:cs typeface="Century Gothic"/>
                <a:sym typeface="Century Gothic"/>
              </a:defRPr>
            </a:lvl3pPr>
            <a:lvl4pPr indent="0" lvl="3" marL="0" marR="0" rtl="0" algn="r">
              <a:spcBef>
                <a:spcPts val="0"/>
              </a:spcBef>
              <a:buNone/>
              <a:defRPr b="0" i="0" sz="1050" u="none" cap="none" strike="noStrike">
                <a:solidFill>
                  <a:schemeClr val="lt1"/>
                </a:solidFill>
                <a:latin typeface="Century Gothic"/>
                <a:ea typeface="Century Gothic"/>
                <a:cs typeface="Century Gothic"/>
                <a:sym typeface="Century Gothic"/>
              </a:defRPr>
            </a:lvl4pPr>
            <a:lvl5pPr indent="0" lvl="4" marL="0" marR="0" rtl="0" algn="r">
              <a:spcBef>
                <a:spcPts val="0"/>
              </a:spcBef>
              <a:buNone/>
              <a:defRPr b="0" i="0" sz="1050" u="none" cap="none" strike="noStrike">
                <a:solidFill>
                  <a:schemeClr val="lt1"/>
                </a:solidFill>
                <a:latin typeface="Century Gothic"/>
                <a:ea typeface="Century Gothic"/>
                <a:cs typeface="Century Gothic"/>
                <a:sym typeface="Century Gothic"/>
              </a:defRPr>
            </a:lvl5pPr>
            <a:lvl6pPr indent="0" lvl="5" marL="0" marR="0" rtl="0" algn="r">
              <a:spcBef>
                <a:spcPts val="0"/>
              </a:spcBef>
              <a:buNone/>
              <a:defRPr b="0" i="0" sz="1050" u="none" cap="none" strike="noStrike">
                <a:solidFill>
                  <a:schemeClr val="lt1"/>
                </a:solidFill>
                <a:latin typeface="Century Gothic"/>
                <a:ea typeface="Century Gothic"/>
                <a:cs typeface="Century Gothic"/>
                <a:sym typeface="Century Gothic"/>
              </a:defRPr>
            </a:lvl6pPr>
            <a:lvl7pPr indent="0" lvl="6" marL="0" marR="0" rtl="0" algn="r">
              <a:spcBef>
                <a:spcPts val="0"/>
              </a:spcBef>
              <a:buNone/>
              <a:defRPr b="0" i="0" sz="1050" u="none" cap="none" strike="noStrike">
                <a:solidFill>
                  <a:schemeClr val="lt1"/>
                </a:solidFill>
                <a:latin typeface="Century Gothic"/>
                <a:ea typeface="Century Gothic"/>
                <a:cs typeface="Century Gothic"/>
                <a:sym typeface="Century Gothic"/>
              </a:defRPr>
            </a:lvl7pPr>
            <a:lvl8pPr indent="0" lvl="7" marL="0" marR="0" rtl="0" algn="r">
              <a:spcBef>
                <a:spcPts val="0"/>
              </a:spcBef>
              <a:buNone/>
              <a:defRPr b="0" i="0" sz="1050" u="none" cap="none" strike="noStrike">
                <a:solidFill>
                  <a:schemeClr val="lt1"/>
                </a:solidFill>
                <a:latin typeface="Century Gothic"/>
                <a:ea typeface="Century Gothic"/>
                <a:cs typeface="Century Gothic"/>
                <a:sym typeface="Century Gothic"/>
              </a:defRPr>
            </a:lvl8pPr>
            <a:lvl9pPr indent="0" lvl="8" marL="0" marR="0" rtl="0" algn="r">
              <a:spcBef>
                <a:spcPts val="0"/>
              </a:spcBef>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9"/>
          <p:cNvSpPr txBox="1"/>
          <p:nvPr>
            <p:ph type="ctrTitle"/>
          </p:nvPr>
        </p:nvSpPr>
        <p:spPr>
          <a:xfrm>
            <a:off x="1371600" y="1803405"/>
            <a:ext cx="9448800" cy="1825096"/>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lt1"/>
              </a:buClr>
              <a:buFont typeface="Century Gothic"/>
              <a:buNone/>
            </a:pPr>
            <a:r>
              <a:rPr b="0" i="0" lang="es-MX" sz="6000" u="none" cap="none" strike="noStrike">
                <a:solidFill>
                  <a:schemeClr val="lt1"/>
                </a:solidFill>
                <a:latin typeface="Century Gothic"/>
                <a:ea typeface="Century Gothic"/>
                <a:cs typeface="Century Gothic"/>
                <a:sym typeface="Century Gothic"/>
              </a:rPr>
              <a:t>CONTRATA.ME</a:t>
            </a:r>
            <a:endParaRPr b="0" i="0" sz="6000" u="none" cap="none" strike="noStrike">
              <a:solidFill>
                <a:schemeClr val="lt1"/>
              </a:solidFill>
              <a:latin typeface="Century Gothic"/>
              <a:ea typeface="Century Gothic"/>
              <a:cs typeface="Century Gothic"/>
              <a:sym typeface="Century Gothic"/>
            </a:endParaRPr>
          </a:p>
        </p:txBody>
      </p:sp>
      <p:sp>
        <p:nvSpPr>
          <p:cNvPr id="145" name="Google Shape;145;p19"/>
          <p:cNvSpPr txBox="1"/>
          <p:nvPr>
            <p:ph idx="1" type="subTitle"/>
          </p:nvPr>
        </p:nvSpPr>
        <p:spPr>
          <a:xfrm>
            <a:off x="1371600" y="3632201"/>
            <a:ext cx="9448800" cy="6858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Font typeface="Arial"/>
              <a:buNone/>
            </a:pPr>
            <a:r>
              <a:rPr b="0" i="0" lang="es-MX" sz="2000" u="none" cap="none" strike="noStrike">
                <a:solidFill>
                  <a:schemeClr val="lt1"/>
                </a:solidFill>
                <a:latin typeface="Century Gothic"/>
                <a:ea typeface="Century Gothic"/>
                <a:cs typeface="Century Gothic"/>
                <a:sym typeface="Century Gothic"/>
              </a:rPr>
              <a:t>GAEVIA SOLUTIONS</a:t>
            </a:r>
            <a:endParaRPr b="0" i="0" sz="20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0"/>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Autofit/>
          </a:bodyPr>
          <a:lstStyle/>
          <a:p>
            <a:pPr indent="0" lvl="0" marL="0" marR="0" rtl="0" algn="r">
              <a:lnSpc>
                <a:spcPct val="90000"/>
              </a:lnSpc>
              <a:spcBef>
                <a:spcPts val="0"/>
              </a:spcBef>
              <a:spcAft>
                <a:spcPts val="0"/>
              </a:spcAft>
              <a:buClr>
                <a:schemeClr val="lt1"/>
              </a:buClr>
              <a:buFont typeface="Century Gothic"/>
              <a:buNone/>
            </a:pPr>
            <a:r>
              <a:t/>
            </a:r>
            <a:endParaRPr b="0" i="0" sz="4000" u="none" cap="none" strike="noStrike">
              <a:solidFill>
                <a:schemeClr val="lt1"/>
              </a:solidFill>
              <a:latin typeface="Century Gothic"/>
              <a:ea typeface="Century Gothic"/>
              <a:cs typeface="Century Gothic"/>
              <a:sym typeface="Century Gothic"/>
            </a:endParaRPr>
          </a:p>
        </p:txBody>
      </p:sp>
      <p:sp>
        <p:nvSpPr>
          <p:cNvPr id="151" name="Google Shape;151;p20"/>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Autofit/>
          </a:bodyPr>
          <a:lstStyle/>
          <a:p>
            <a:pPr indent="-88900" lvl="0" marL="228600" rtl="0" algn="l">
              <a:spcBef>
                <a:spcPts val="1000"/>
              </a:spcBef>
              <a:spcAft>
                <a:spcPts val="0"/>
              </a:spcAft>
              <a:buClr>
                <a:schemeClr val="dk1"/>
              </a:buClr>
              <a:buSzPts val="1100"/>
              <a:buFont typeface="Arial"/>
              <a:buNone/>
            </a:pPr>
            <a:r>
              <a:rPr lang="es-MX" sz="1600"/>
              <a:t>Cuando no se cuenta con un trabajador de confianza y se requiere de un servicio de oficio, no se tiene una certeza de a quién se va a contratar, por lo cual se necesita de un servicio en el cual tengamos acceso a una mayor variedad de mercado de oficios, de esta manera se facilitará la búsqueda y cotización de trabajadores de este índole, para así generar mayor oportunidad de trabajo para las personas de esta rama de trabajadores, que a la par hace que quienes requieren de sus servicios puedan conseguirles de una manera más sencilla.</a:t>
            </a:r>
            <a:endParaRPr sz="1600"/>
          </a:p>
          <a:p>
            <a:pPr indent="-88900" lvl="0" marL="228600" rtl="0" algn="l">
              <a:spcBef>
                <a:spcPts val="1000"/>
              </a:spcBef>
              <a:spcAft>
                <a:spcPts val="0"/>
              </a:spcAft>
              <a:buClr>
                <a:schemeClr val="dk1"/>
              </a:buClr>
              <a:buSzPts val="1100"/>
              <a:buFont typeface="Arial"/>
              <a:buNone/>
            </a:pPr>
            <a:r>
              <a:rPr lang="es-MX" sz="1600"/>
              <a:t> </a:t>
            </a:r>
            <a:endParaRPr sz="1600"/>
          </a:p>
          <a:p>
            <a:pPr indent="-88900" lvl="0" marL="228600" rtl="0" algn="l">
              <a:spcBef>
                <a:spcPts val="1000"/>
              </a:spcBef>
              <a:spcAft>
                <a:spcPts val="0"/>
              </a:spcAft>
              <a:buClr>
                <a:schemeClr val="dk1"/>
              </a:buClr>
              <a:buSzPts val="1100"/>
              <a:buFont typeface="Arial"/>
              <a:buNone/>
            </a:pPr>
            <a:r>
              <a:rPr lang="es-MX" sz="1600"/>
              <a:t>Este servicio le resulta útil a todos los que necesiten de los trabajadores de oficio, es decir todas las personas que no cuenten con un trabajador de su confianza, que no se encuentre muy lejos de su localidad o incluso no tenga como contactar con alguno, así mismo le permite a los trabajadores que así lo deseen ofrecer de una manera más práctica sus servicios y les abren las puertas a un nuevo mercado, de esta manera ambas partes, tanto la que ofrece el servicio, como la que lo requiere resultan beneficiadas.</a:t>
            </a:r>
            <a:endParaRPr sz="1600"/>
          </a:p>
          <a:p>
            <a:pPr indent="-88900" lvl="0" marL="228600" marR="0" rtl="0" algn="l">
              <a:lnSpc>
                <a:spcPct val="90000"/>
              </a:lnSpc>
              <a:spcBef>
                <a:spcPts val="0"/>
              </a:spcBef>
              <a:spcAft>
                <a:spcPts val="0"/>
              </a:spcAft>
              <a:buClr>
                <a:schemeClr val="lt1"/>
              </a:buClr>
              <a:buSzPts val="2200"/>
              <a:buFont typeface="Arial"/>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1"/>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Autofit/>
          </a:bodyPr>
          <a:lstStyle/>
          <a:p>
            <a:pPr indent="0" lvl="0" marL="0" marR="0" rtl="0" algn="r">
              <a:lnSpc>
                <a:spcPct val="90000"/>
              </a:lnSpc>
              <a:spcBef>
                <a:spcPts val="0"/>
              </a:spcBef>
              <a:spcAft>
                <a:spcPts val="0"/>
              </a:spcAft>
              <a:buClr>
                <a:schemeClr val="lt1"/>
              </a:buClr>
              <a:buFont typeface="Century Gothic"/>
              <a:buNone/>
            </a:pPr>
            <a:r>
              <a:t/>
            </a:r>
            <a:endParaRPr b="0" i="0" sz="4000" u="none" cap="none" strike="noStrike">
              <a:solidFill>
                <a:schemeClr val="lt1"/>
              </a:solidFill>
              <a:latin typeface="Century Gothic"/>
              <a:ea typeface="Century Gothic"/>
              <a:cs typeface="Century Gothic"/>
              <a:sym typeface="Century Gothic"/>
            </a:endParaRPr>
          </a:p>
        </p:txBody>
      </p:sp>
      <p:sp>
        <p:nvSpPr>
          <p:cNvPr id="157" name="Google Shape;157;p21"/>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Autofit/>
          </a:bodyPr>
          <a:lstStyle/>
          <a:p>
            <a:pPr indent="-88900" lvl="0" marL="228600" marR="0" rtl="0" algn="l">
              <a:lnSpc>
                <a:spcPct val="90000"/>
              </a:lnSpc>
              <a:spcBef>
                <a:spcPts val="0"/>
              </a:spcBef>
              <a:spcAft>
                <a:spcPts val="0"/>
              </a:spcAft>
              <a:buClr>
                <a:schemeClr val="lt1"/>
              </a:buClr>
              <a:buSzPts val="2200"/>
              <a:buFont typeface="Arial"/>
              <a:buNone/>
            </a:pPr>
            <a:r>
              <a:t/>
            </a:r>
            <a:endParaRPr b="0" i="0" sz="22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theme/theme1.xml><?xml version="1.0" encoding="utf-8"?>
<a:theme xmlns:a="http://schemas.openxmlformats.org/drawingml/2006/main" xmlns:r="http://schemas.openxmlformats.org/officeDocument/2006/relationships" name="Estela de condensación">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