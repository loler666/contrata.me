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4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32250" y="258875"/>
            <a:ext cx="7879499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1800"/>
              <a:t>GAEVIA Solutions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63575" y="429100"/>
            <a:ext cx="684300" cy="4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0" i="0" lang="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962050" y="844775"/>
            <a:ext cx="3069000" cy="44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058350" y="844775"/>
            <a:ext cx="2876400" cy="310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PROJECT MANAGER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Israel Ibarra Perez</a:t>
            </a:r>
            <a:endParaRPr b="1" i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962050" y="1545187"/>
            <a:ext cx="3069000" cy="44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962050" y="2258950"/>
            <a:ext cx="3069000" cy="44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926075" y="4269500"/>
            <a:ext cx="3069000" cy="44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349100" y="3381925"/>
            <a:ext cx="3069000" cy="44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503600" y="3381925"/>
            <a:ext cx="3069000" cy="44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058350" y="1551862"/>
            <a:ext cx="2876400" cy="310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ARQUITECTO</a:t>
            </a:r>
            <a:endParaRPr b="1" i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Alberto Plata Gonzalez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3058350" y="2262287"/>
            <a:ext cx="2876400" cy="310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DESARROLLADOR DE BD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Viridiana Ortiz Vivanco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3022375" y="4269500"/>
            <a:ext cx="2876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DISEÑADOR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Edgar Guillermo Sanchez Huerta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1445400" y="3365150"/>
            <a:ext cx="2876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DESARROLLADOR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Josue Alexis Serrano Montero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4599900" y="3365150"/>
            <a:ext cx="2876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DESARROLLADOR</a:t>
            </a:r>
            <a:endParaRPr b="1" i="1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1" i="1" lang="es" sz="1000">
                <a:latin typeface="Courier New"/>
                <a:ea typeface="Courier New"/>
                <a:cs typeface="Courier New"/>
                <a:sym typeface="Courier New"/>
              </a:rPr>
              <a:t>Edgar Jaird Martin Garcia</a:t>
            </a:r>
            <a:endParaRPr b="1" i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8" name="Google Shape;68;p13"/>
          <p:cNvCxnSpPr>
            <a:stCxn id="56" idx="2"/>
            <a:endCxn id="63" idx="0"/>
          </p:cNvCxnSpPr>
          <p:nvPr/>
        </p:nvCxnSpPr>
        <p:spPr>
          <a:xfrm>
            <a:off x="4496550" y="1291175"/>
            <a:ext cx="0" cy="2607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9" name="Google Shape;69;p13"/>
          <p:cNvCxnSpPr/>
          <p:nvPr/>
        </p:nvCxnSpPr>
        <p:spPr>
          <a:xfrm>
            <a:off x="4496550" y="1996600"/>
            <a:ext cx="0" cy="2607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70" name="Google Shape;70;p13"/>
          <p:cNvCxnSpPr/>
          <p:nvPr/>
        </p:nvCxnSpPr>
        <p:spPr>
          <a:xfrm>
            <a:off x="4460575" y="4043075"/>
            <a:ext cx="0" cy="2607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71" name="Google Shape;71;p13"/>
          <p:cNvCxnSpPr>
            <a:stCxn id="59" idx="2"/>
          </p:cNvCxnSpPr>
          <p:nvPr/>
        </p:nvCxnSpPr>
        <p:spPr>
          <a:xfrm flipH="1">
            <a:off x="4490550" y="2705350"/>
            <a:ext cx="6000" cy="2415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3"/>
          <p:cNvCxnSpPr/>
          <p:nvPr/>
        </p:nvCxnSpPr>
        <p:spPr>
          <a:xfrm>
            <a:off x="2876125" y="2929050"/>
            <a:ext cx="3168900" cy="117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3"/>
          <p:cNvCxnSpPr/>
          <p:nvPr/>
        </p:nvCxnSpPr>
        <p:spPr>
          <a:xfrm>
            <a:off x="2876550" y="2929550"/>
            <a:ext cx="14100" cy="4356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74" name="Google Shape;74;p13"/>
          <p:cNvCxnSpPr/>
          <p:nvPr/>
        </p:nvCxnSpPr>
        <p:spPr>
          <a:xfrm>
            <a:off x="6031050" y="2929550"/>
            <a:ext cx="14100" cy="4356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75" name="Google Shape;75;p13"/>
          <p:cNvCxnSpPr/>
          <p:nvPr/>
        </p:nvCxnSpPr>
        <p:spPr>
          <a:xfrm>
            <a:off x="2876125" y="4043063"/>
            <a:ext cx="3168900" cy="117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3"/>
          <p:cNvCxnSpPr/>
          <p:nvPr/>
        </p:nvCxnSpPr>
        <p:spPr>
          <a:xfrm>
            <a:off x="2886600" y="3828325"/>
            <a:ext cx="7200" cy="2211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3"/>
          <p:cNvCxnSpPr/>
          <p:nvPr/>
        </p:nvCxnSpPr>
        <p:spPr>
          <a:xfrm flipH="1">
            <a:off x="6027350" y="3818125"/>
            <a:ext cx="6000" cy="2415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